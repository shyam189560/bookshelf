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4" r:id="rId2"/>
    <p:sldId id="265" r:id="rId3"/>
    <p:sldId id="266" r:id="rId4"/>
    <p:sldId id="267" r:id="rId5"/>
    <p:sldId id="268" r:id="rId6"/>
    <p:sldId id="269" r:id="rId7"/>
    <p:sldId id="270" r:id="rId8"/>
    <p:sldId id="2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02DA74-9E65-4F2D-A394-AF249B49A334}" v="167" dt="2026-03-10T17:42:04.311"/>
  </p1510:revLst>
</p1510:revInfo>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YAMSUNDAR PAL" userId="07ac20a68c748d3b" providerId="LiveId" clId="{0B07A507-C0E7-4F8A-B017-AAD3C4D95477}"/>
    <pc:docChg chg="undo custSel modSld">
      <pc:chgData name="SHYAMSUNDAR PAL" userId="07ac20a68c748d3b" providerId="LiveId" clId="{0B07A507-C0E7-4F8A-B017-AAD3C4D95477}" dt="2026-03-10T17:42:03.878" v="656" actId="14100"/>
      <pc:docMkLst>
        <pc:docMk/>
      </pc:docMkLst>
      <pc:sldChg chg="modSp mod">
        <pc:chgData name="SHYAMSUNDAR PAL" userId="07ac20a68c748d3b" providerId="LiveId" clId="{0B07A507-C0E7-4F8A-B017-AAD3C4D95477}" dt="2026-03-10T14:24:44.901" v="66" actId="20577"/>
        <pc:sldMkLst>
          <pc:docMk/>
          <pc:sldMk cId="996004957" sldId="264"/>
        </pc:sldMkLst>
        <pc:spChg chg="mod">
          <ac:chgData name="SHYAMSUNDAR PAL" userId="07ac20a68c748d3b" providerId="LiveId" clId="{0B07A507-C0E7-4F8A-B017-AAD3C4D95477}" dt="2026-03-10T14:24:44.901" v="66" actId="20577"/>
          <ac:spMkLst>
            <pc:docMk/>
            <pc:sldMk cId="996004957" sldId="264"/>
            <ac:spMk id="3" creationId="{8ED6EC35-EEE0-562F-7909-A9FC3608C59B}"/>
          </ac:spMkLst>
        </pc:spChg>
        <pc:spChg chg="mod">
          <ac:chgData name="SHYAMSUNDAR PAL" userId="07ac20a68c748d3b" providerId="LiveId" clId="{0B07A507-C0E7-4F8A-B017-AAD3C4D95477}" dt="2026-03-10T14:23:02.162" v="26" actId="207"/>
          <ac:spMkLst>
            <pc:docMk/>
            <pc:sldMk cId="996004957" sldId="264"/>
            <ac:spMk id="5" creationId="{3F3F1FA6-21A3-9A88-A3B0-C0F7ADBA3110}"/>
          </ac:spMkLst>
        </pc:spChg>
      </pc:sldChg>
      <pc:sldChg chg="addSp delSp modSp mod">
        <pc:chgData name="SHYAMSUNDAR PAL" userId="07ac20a68c748d3b" providerId="LiveId" clId="{0B07A507-C0E7-4F8A-B017-AAD3C4D95477}" dt="2026-03-10T15:49:31.409" v="85" actId="207"/>
        <pc:sldMkLst>
          <pc:docMk/>
          <pc:sldMk cId="2061858105" sldId="265"/>
        </pc:sldMkLst>
        <pc:spChg chg="mod">
          <ac:chgData name="SHYAMSUNDAR PAL" userId="07ac20a68c748d3b" providerId="LiveId" clId="{0B07A507-C0E7-4F8A-B017-AAD3C4D95477}" dt="2026-03-10T15:49:31.409" v="85" actId="207"/>
          <ac:spMkLst>
            <pc:docMk/>
            <pc:sldMk cId="2061858105" sldId="265"/>
            <ac:spMk id="2" creationId="{673E892D-0DAE-2A26-1256-3A3273E48D28}"/>
          </ac:spMkLst>
        </pc:spChg>
        <pc:spChg chg="del">
          <ac:chgData name="SHYAMSUNDAR PAL" userId="07ac20a68c748d3b" providerId="LiveId" clId="{0B07A507-C0E7-4F8A-B017-AAD3C4D95477}" dt="2026-03-10T15:49:19.640" v="82" actId="478"/>
          <ac:spMkLst>
            <pc:docMk/>
            <pc:sldMk cId="2061858105" sldId="265"/>
            <ac:spMk id="4" creationId="{9FD33822-1E3D-CCD2-9593-5F975E6200CE}"/>
          </ac:spMkLst>
        </pc:spChg>
        <pc:spChg chg="add del mod">
          <ac:chgData name="SHYAMSUNDAR PAL" userId="07ac20a68c748d3b" providerId="LiveId" clId="{0B07A507-C0E7-4F8A-B017-AAD3C4D95477}" dt="2026-03-10T15:49:21.648" v="83" actId="478"/>
          <ac:spMkLst>
            <pc:docMk/>
            <pc:sldMk cId="2061858105" sldId="265"/>
            <ac:spMk id="5" creationId="{96FEA70F-151A-7560-9D8E-9B02D116B21E}"/>
          </ac:spMkLst>
        </pc:spChg>
        <pc:spChg chg="add mod">
          <ac:chgData name="SHYAMSUNDAR PAL" userId="07ac20a68c748d3b" providerId="LiveId" clId="{0B07A507-C0E7-4F8A-B017-AAD3C4D95477}" dt="2026-03-10T15:49:22.594" v="84"/>
          <ac:spMkLst>
            <pc:docMk/>
            <pc:sldMk cId="2061858105" sldId="265"/>
            <ac:spMk id="6" creationId="{FFD830C7-058E-5D29-2183-9478E3E942E0}"/>
          </ac:spMkLst>
        </pc:spChg>
        <pc:picChg chg="add mod">
          <ac:chgData name="SHYAMSUNDAR PAL" userId="07ac20a68c748d3b" providerId="LiveId" clId="{0B07A507-C0E7-4F8A-B017-AAD3C4D95477}" dt="2026-03-10T15:48:25.701" v="74" actId="1076"/>
          <ac:picMkLst>
            <pc:docMk/>
            <pc:sldMk cId="2061858105" sldId="265"/>
            <ac:picMk id="1026" creationId="{2DF8AE26-3AF6-E3C5-DA49-3F11F5DC7038}"/>
          </ac:picMkLst>
        </pc:picChg>
        <pc:picChg chg="del">
          <ac:chgData name="SHYAMSUNDAR PAL" userId="07ac20a68c748d3b" providerId="LiveId" clId="{0B07A507-C0E7-4F8A-B017-AAD3C4D95477}" dt="2026-03-10T15:47:44.640" v="67" actId="478"/>
          <ac:picMkLst>
            <pc:docMk/>
            <pc:sldMk cId="2061858105" sldId="265"/>
            <ac:picMk id="1028" creationId="{C8A83C48-E855-2672-7383-6CB1DAB160F0}"/>
          </ac:picMkLst>
        </pc:picChg>
      </pc:sldChg>
      <pc:sldChg chg="addSp delSp modSp mod">
        <pc:chgData name="SHYAMSUNDAR PAL" userId="07ac20a68c748d3b" providerId="LiveId" clId="{0B07A507-C0E7-4F8A-B017-AAD3C4D95477}" dt="2026-03-10T15:58:28.644" v="137"/>
        <pc:sldMkLst>
          <pc:docMk/>
          <pc:sldMk cId="427121648" sldId="266"/>
        </pc:sldMkLst>
        <pc:spChg chg="mod">
          <ac:chgData name="SHYAMSUNDAR PAL" userId="07ac20a68c748d3b" providerId="LiveId" clId="{0B07A507-C0E7-4F8A-B017-AAD3C4D95477}" dt="2026-03-10T15:51:22.027" v="92" actId="404"/>
          <ac:spMkLst>
            <pc:docMk/>
            <pc:sldMk cId="427121648" sldId="266"/>
            <ac:spMk id="2" creationId="{48729725-6BE8-3447-9909-5A9A50AE7CDB}"/>
          </ac:spMkLst>
        </pc:spChg>
        <pc:spChg chg="mod">
          <ac:chgData name="SHYAMSUNDAR PAL" userId="07ac20a68c748d3b" providerId="LiveId" clId="{0B07A507-C0E7-4F8A-B017-AAD3C4D95477}" dt="2026-03-10T15:58:09.396" v="135" actId="1076"/>
          <ac:spMkLst>
            <pc:docMk/>
            <pc:sldMk cId="427121648" sldId="266"/>
            <ac:spMk id="3" creationId="{98FEE238-4F8A-3742-64FA-4DABD967B052}"/>
          </ac:spMkLst>
        </pc:spChg>
        <pc:spChg chg="del">
          <ac:chgData name="SHYAMSUNDAR PAL" userId="07ac20a68c748d3b" providerId="LiveId" clId="{0B07A507-C0E7-4F8A-B017-AAD3C4D95477}" dt="2026-03-10T15:58:21" v="136" actId="478"/>
          <ac:spMkLst>
            <pc:docMk/>
            <pc:sldMk cId="427121648" sldId="266"/>
            <ac:spMk id="5" creationId="{2D7167B6-25C4-02DE-D41E-D6367E989E94}"/>
          </ac:spMkLst>
        </pc:spChg>
        <pc:spChg chg="add">
          <ac:chgData name="SHYAMSUNDAR PAL" userId="07ac20a68c748d3b" providerId="LiveId" clId="{0B07A507-C0E7-4F8A-B017-AAD3C4D95477}" dt="2026-03-10T15:53:21.161" v="110"/>
          <ac:spMkLst>
            <pc:docMk/>
            <pc:sldMk cId="427121648" sldId="266"/>
            <ac:spMk id="7" creationId="{83D1D97E-4A56-E201-421F-30EA7403A459}"/>
          </ac:spMkLst>
        </pc:spChg>
        <pc:spChg chg="add">
          <ac:chgData name="SHYAMSUNDAR PAL" userId="07ac20a68c748d3b" providerId="LiveId" clId="{0B07A507-C0E7-4F8A-B017-AAD3C4D95477}" dt="2026-03-10T15:53:25.684" v="111"/>
          <ac:spMkLst>
            <pc:docMk/>
            <pc:sldMk cId="427121648" sldId="266"/>
            <ac:spMk id="8" creationId="{2389E345-D5ED-A2A0-6BBD-D2C836F73293}"/>
          </ac:spMkLst>
        </pc:spChg>
        <pc:spChg chg="add mod">
          <ac:chgData name="SHYAMSUNDAR PAL" userId="07ac20a68c748d3b" providerId="LiveId" clId="{0B07A507-C0E7-4F8A-B017-AAD3C4D95477}" dt="2026-03-10T15:58:28.644" v="137"/>
          <ac:spMkLst>
            <pc:docMk/>
            <pc:sldMk cId="427121648" sldId="266"/>
            <ac:spMk id="9" creationId="{8B0779CD-E0B3-39B2-7ADF-946CACB6723E}"/>
          </ac:spMkLst>
        </pc:spChg>
        <pc:picChg chg="del mod">
          <ac:chgData name="SHYAMSUNDAR PAL" userId="07ac20a68c748d3b" providerId="LiveId" clId="{0B07A507-C0E7-4F8A-B017-AAD3C4D95477}" dt="2026-03-10T15:55:10.016" v="127" actId="478"/>
          <ac:picMkLst>
            <pc:docMk/>
            <pc:sldMk cId="427121648" sldId="266"/>
            <ac:picMk id="4" creationId="{A760ACE3-7A0A-F14A-5434-E7CFD0311BEE}"/>
          </ac:picMkLst>
        </pc:picChg>
        <pc:picChg chg="add mod">
          <ac:chgData name="SHYAMSUNDAR PAL" userId="07ac20a68c748d3b" providerId="LiveId" clId="{0B07A507-C0E7-4F8A-B017-AAD3C4D95477}" dt="2026-03-10T15:58:00.348" v="133" actId="1037"/>
          <ac:picMkLst>
            <pc:docMk/>
            <pc:sldMk cId="427121648" sldId="266"/>
            <ac:picMk id="2052" creationId="{DEDF98F2-E890-B3B2-517F-CDD2D66FC3C3}"/>
          </ac:picMkLst>
        </pc:picChg>
      </pc:sldChg>
      <pc:sldChg chg="addSp delSp modSp mod">
        <pc:chgData name="SHYAMSUNDAR PAL" userId="07ac20a68c748d3b" providerId="LiveId" clId="{0B07A507-C0E7-4F8A-B017-AAD3C4D95477}" dt="2026-03-10T16:15:39.340" v="279"/>
        <pc:sldMkLst>
          <pc:docMk/>
          <pc:sldMk cId="1184349887" sldId="267"/>
        </pc:sldMkLst>
        <pc:spChg chg="mod">
          <ac:chgData name="SHYAMSUNDAR PAL" userId="07ac20a68c748d3b" providerId="LiveId" clId="{0B07A507-C0E7-4F8A-B017-AAD3C4D95477}" dt="2026-03-10T16:01:19.822" v="143" actId="113"/>
          <ac:spMkLst>
            <pc:docMk/>
            <pc:sldMk cId="1184349887" sldId="267"/>
            <ac:spMk id="2" creationId="{9D2B4BA9-0F2A-4A82-0B17-C4C2141121ED}"/>
          </ac:spMkLst>
        </pc:spChg>
        <pc:spChg chg="add del mod">
          <ac:chgData name="SHYAMSUNDAR PAL" userId="07ac20a68c748d3b" providerId="LiveId" clId="{0B07A507-C0E7-4F8A-B017-AAD3C4D95477}" dt="2026-03-10T16:09:54.661" v="235" actId="1076"/>
          <ac:spMkLst>
            <pc:docMk/>
            <pc:sldMk cId="1184349887" sldId="267"/>
            <ac:spMk id="3" creationId="{BCB9CC4E-F633-C16C-295B-F517937D7E03}"/>
          </ac:spMkLst>
        </pc:spChg>
        <pc:spChg chg="del mod">
          <ac:chgData name="SHYAMSUNDAR PAL" userId="07ac20a68c748d3b" providerId="LiveId" clId="{0B07A507-C0E7-4F8A-B017-AAD3C4D95477}" dt="2026-03-10T16:09:46.411" v="234" actId="478"/>
          <ac:spMkLst>
            <pc:docMk/>
            <pc:sldMk cId="1184349887" sldId="267"/>
            <ac:spMk id="4" creationId="{86077EB8-8D36-570F-FE2F-4CCF17DC04B3}"/>
          </ac:spMkLst>
        </pc:spChg>
        <pc:spChg chg="del">
          <ac:chgData name="SHYAMSUNDAR PAL" userId="07ac20a68c748d3b" providerId="LiveId" clId="{0B07A507-C0E7-4F8A-B017-AAD3C4D95477}" dt="2026-03-10T16:15:33.056" v="278" actId="478"/>
          <ac:spMkLst>
            <pc:docMk/>
            <pc:sldMk cId="1184349887" sldId="267"/>
            <ac:spMk id="5" creationId="{706ED0CB-689B-7BA2-F25B-D651153705F1}"/>
          </ac:spMkLst>
        </pc:spChg>
        <pc:spChg chg="add mod">
          <ac:chgData name="SHYAMSUNDAR PAL" userId="07ac20a68c748d3b" providerId="LiveId" clId="{0B07A507-C0E7-4F8A-B017-AAD3C4D95477}" dt="2026-03-10T16:04:00.238" v="164" actId="478"/>
          <ac:spMkLst>
            <pc:docMk/>
            <pc:sldMk cId="1184349887" sldId="267"/>
            <ac:spMk id="7" creationId="{AFE7EDEE-E2DB-B633-EEB6-DCC70F95C86A}"/>
          </ac:spMkLst>
        </pc:spChg>
        <pc:spChg chg="add">
          <ac:chgData name="SHYAMSUNDAR PAL" userId="07ac20a68c748d3b" providerId="LiveId" clId="{0B07A507-C0E7-4F8A-B017-AAD3C4D95477}" dt="2026-03-10T16:04:56.359" v="178"/>
          <ac:spMkLst>
            <pc:docMk/>
            <pc:sldMk cId="1184349887" sldId="267"/>
            <ac:spMk id="9" creationId="{72489048-FA09-B767-C144-D4561798B9B9}"/>
          </ac:spMkLst>
        </pc:spChg>
        <pc:spChg chg="add mod">
          <ac:chgData name="SHYAMSUNDAR PAL" userId="07ac20a68c748d3b" providerId="LiveId" clId="{0B07A507-C0E7-4F8A-B017-AAD3C4D95477}" dt="2026-03-10T16:07:57.993" v="204" actId="1076"/>
          <ac:spMkLst>
            <pc:docMk/>
            <pc:sldMk cId="1184349887" sldId="267"/>
            <ac:spMk id="11" creationId="{06C2EB2E-9F3E-1B42-89FC-E0BD38B963C5}"/>
          </ac:spMkLst>
        </pc:spChg>
        <pc:spChg chg="add">
          <ac:chgData name="SHYAMSUNDAR PAL" userId="07ac20a68c748d3b" providerId="LiveId" clId="{0B07A507-C0E7-4F8A-B017-AAD3C4D95477}" dt="2026-03-10T16:08:48.190" v="217"/>
          <ac:spMkLst>
            <pc:docMk/>
            <pc:sldMk cId="1184349887" sldId="267"/>
            <ac:spMk id="12" creationId="{6A5C796A-52BD-DF01-5883-3F19B9150844}"/>
          </ac:spMkLst>
        </pc:spChg>
        <pc:spChg chg="add mod">
          <ac:chgData name="SHYAMSUNDAR PAL" userId="07ac20a68c748d3b" providerId="LiveId" clId="{0B07A507-C0E7-4F8A-B017-AAD3C4D95477}" dt="2026-03-10T16:15:02.437" v="272"/>
          <ac:spMkLst>
            <pc:docMk/>
            <pc:sldMk cId="1184349887" sldId="267"/>
            <ac:spMk id="14" creationId="{357FA03C-2132-DF17-8905-D8FEEF2F524A}"/>
          </ac:spMkLst>
        </pc:spChg>
        <pc:spChg chg="add">
          <ac:chgData name="SHYAMSUNDAR PAL" userId="07ac20a68c748d3b" providerId="LiveId" clId="{0B07A507-C0E7-4F8A-B017-AAD3C4D95477}" dt="2026-03-10T16:12:12.790" v="248"/>
          <ac:spMkLst>
            <pc:docMk/>
            <pc:sldMk cId="1184349887" sldId="267"/>
            <ac:spMk id="15" creationId="{9B78079B-AD9D-CB09-608E-F3D828FD89F2}"/>
          </ac:spMkLst>
        </pc:spChg>
        <pc:spChg chg="add del">
          <ac:chgData name="SHYAMSUNDAR PAL" userId="07ac20a68c748d3b" providerId="LiveId" clId="{0B07A507-C0E7-4F8A-B017-AAD3C4D95477}" dt="2026-03-10T16:12:19.317" v="251" actId="22"/>
          <ac:spMkLst>
            <pc:docMk/>
            <pc:sldMk cId="1184349887" sldId="267"/>
            <ac:spMk id="17" creationId="{CE26281C-961A-C8F8-6236-6E6F7A207992}"/>
          </ac:spMkLst>
        </pc:spChg>
        <pc:spChg chg="add mod">
          <ac:chgData name="SHYAMSUNDAR PAL" userId="07ac20a68c748d3b" providerId="LiveId" clId="{0B07A507-C0E7-4F8A-B017-AAD3C4D95477}" dt="2026-03-10T16:15:39.340" v="279"/>
          <ac:spMkLst>
            <pc:docMk/>
            <pc:sldMk cId="1184349887" sldId="267"/>
            <ac:spMk id="22" creationId="{445884BE-0319-F7E9-302F-A75D78808759}"/>
          </ac:spMkLst>
        </pc:spChg>
        <pc:graphicFrameChg chg="add mod modGraphic">
          <ac:chgData name="SHYAMSUNDAR PAL" userId="07ac20a68c748d3b" providerId="LiveId" clId="{0B07A507-C0E7-4F8A-B017-AAD3C4D95477}" dt="2026-03-10T16:14:33.444" v="268" actId="572"/>
          <ac:graphicFrameMkLst>
            <pc:docMk/>
            <pc:sldMk cId="1184349887" sldId="267"/>
            <ac:graphicFrameMk id="18" creationId="{81F0E15C-45F9-AB51-6AAB-042D62D18315}"/>
          </ac:graphicFrameMkLst>
        </pc:graphicFrameChg>
        <pc:graphicFrameChg chg="add mod">
          <ac:chgData name="SHYAMSUNDAR PAL" userId="07ac20a68c748d3b" providerId="LiveId" clId="{0B07A507-C0E7-4F8A-B017-AAD3C4D95477}" dt="2026-03-10T16:14:42.533" v="269"/>
          <ac:graphicFrameMkLst>
            <pc:docMk/>
            <pc:sldMk cId="1184349887" sldId="267"/>
            <ac:graphicFrameMk id="19" creationId="{58D5F8FC-25A2-F97E-9B78-7957E7B6ABEB}"/>
          </ac:graphicFrameMkLst>
        </pc:graphicFrameChg>
        <pc:graphicFrameChg chg="add mod">
          <ac:chgData name="SHYAMSUNDAR PAL" userId="07ac20a68c748d3b" providerId="LiveId" clId="{0B07A507-C0E7-4F8A-B017-AAD3C4D95477}" dt="2026-03-10T16:14:59.679" v="271" actId="1076"/>
          <ac:graphicFrameMkLst>
            <pc:docMk/>
            <pc:sldMk cId="1184349887" sldId="267"/>
            <ac:graphicFrameMk id="20" creationId="{C0755451-12F2-9D09-AC73-F3EABF7B3306}"/>
          </ac:graphicFrameMkLst>
        </pc:graphicFrameChg>
        <pc:graphicFrameChg chg="add mod">
          <ac:chgData name="SHYAMSUNDAR PAL" userId="07ac20a68c748d3b" providerId="LiveId" clId="{0B07A507-C0E7-4F8A-B017-AAD3C4D95477}" dt="2026-03-10T16:15:18.478" v="274" actId="1076"/>
          <ac:graphicFrameMkLst>
            <pc:docMk/>
            <pc:sldMk cId="1184349887" sldId="267"/>
            <ac:graphicFrameMk id="21" creationId="{EC8E274C-A0D8-5A9F-4E1A-593016FA25BF}"/>
          </ac:graphicFrameMkLst>
        </pc:graphicFrameChg>
        <pc:picChg chg="add mod">
          <ac:chgData name="SHYAMSUNDAR PAL" userId="07ac20a68c748d3b" providerId="LiveId" clId="{0B07A507-C0E7-4F8A-B017-AAD3C4D95477}" dt="2026-03-10T16:15:25.791" v="277" actId="1076"/>
          <ac:picMkLst>
            <pc:docMk/>
            <pc:sldMk cId="1184349887" sldId="267"/>
            <ac:picMk id="8" creationId="{8A9EEB0B-6895-926F-E237-F9DAC463531C}"/>
          </ac:picMkLst>
        </pc:picChg>
        <pc:picChg chg="add mod">
          <ac:chgData name="SHYAMSUNDAR PAL" userId="07ac20a68c748d3b" providerId="LiveId" clId="{0B07A507-C0E7-4F8A-B017-AAD3C4D95477}" dt="2026-03-10T16:15:21.393" v="275" actId="1076"/>
          <ac:picMkLst>
            <pc:docMk/>
            <pc:sldMk cId="1184349887" sldId="267"/>
            <ac:picMk id="10" creationId="{47A9ACEE-6C25-E0FD-9419-74C367594923}"/>
          </ac:picMkLst>
        </pc:picChg>
        <pc:picChg chg="add mod">
          <ac:chgData name="SHYAMSUNDAR PAL" userId="07ac20a68c748d3b" providerId="LiveId" clId="{0B07A507-C0E7-4F8A-B017-AAD3C4D95477}" dt="2026-03-10T16:15:23.540" v="276" actId="1076"/>
          <ac:picMkLst>
            <pc:docMk/>
            <pc:sldMk cId="1184349887" sldId="267"/>
            <ac:picMk id="13" creationId="{89A0360E-DB79-54B4-6A42-84CCCE3998CA}"/>
          </ac:picMkLst>
        </pc:picChg>
        <pc:picChg chg="add del mod">
          <ac:chgData name="SHYAMSUNDAR PAL" userId="07ac20a68c748d3b" providerId="LiveId" clId="{0B07A507-C0E7-4F8A-B017-AAD3C4D95477}" dt="2026-03-10T16:04:04.210" v="167" actId="14100"/>
          <ac:picMkLst>
            <pc:docMk/>
            <pc:sldMk cId="1184349887" sldId="267"/>
            <ac:picMk id="3074" creationId="{8AF449D7-9A4C-CB60-A048-DAF31A7EEDC3}"/>
          </ac:picMkLst>
        </pc:picChg>
        <pc:picChg chg="del">
          <ac:chgData name="SHYAMSUNDAR PAL" userId="07ac20a68c748d3b" providerId="LiveId" clId="{0B07A507-C0E7-4F8A-B017-AAD3C4D95477}" dt="2026-03-10T16:01:42.491" v="150" actId="478"/>
          <ac:picMkLst>
            <pc:docMk/>
            <pc:sldMk cId="1184349887" sldId="267"/>
            <ac:picMk id="4098" creationId="{9B05AC2A-F216-A3D5-FBE9-086269858631}"/>
          </ac:picMkLst>
        </pc:picChg>
      </pc:sldChg>
      <pc:sldChg chg="addSp delSp modSp mod">
        <pc:chgData name="SHYAMSUNDAR PAL" userId="07ac20a68c748d3b" providerId="LiveId" clId="{0B07A507-C0E7-4F8A-B017-AAD3C4D95477}" dt="2026-03-10T16:28:31.398" v="420" actId="1076"/>
        <pc:sldMkLst>
          <pc:docMk/>
          <pc:sldMk cId="1347799127" sldId="268"/>
        </pc:sldMkLst>
        <pc:spChg chg="mod">
          <ac:chgData name="SHYAMSUNDAR PAL" userId="07ac20a68c748d3b" providerId="LiveId" clId="{0B07A507-C0E7-4F8A-B017-AAD3C4D95477}" dt="2026-03-10T16:17:10.778" v="283" actId="404"/>
          <ac:spMkLst>
            <pc:docMk/>
            <pc:sldMk cId="1347799127" sldId="268"/>
            <ac:spMk id="2" creationId="{0F1F0EE3-A10D-DFD5-2FE5-C140970BA3E5}"/>
          </ac:spMkLst>
        </pc:spChg>
        <pc:spChg chg="mod">
          <ac:chgData name="SHYAMSUNDAR PAL" userId="07ac20a68c748d3b" providerId="LiveId" clId="{0B07A507-C0E7-4F8A-B017-AAD3C4D95477}" dt="2026-03-10T16:24:06.137" v="393" actId="1076"/>
          <ac:spMkLst>
            <pc:docMk/>
            <pc:sldMk cId="1347799127" sldId="268"/>
            <ac:spMk id="3" creationId="{260391D9-4F8B-C53F-5EA6-67FABF6A0FE8}"/>
          </ac:spMkLst>
        </pc:spChg>
        <pc:spChg chg="del mod">
          <ac:chgData name="SHYAMSUNDAR PAL" userId="07ac20a68c748d3b" providerId="LiveId" clId="{0B07A507-C0E7-4F8A-B017-AAD3C4D95477}" dt="2026-03-10T16:17:40.880" v="337" actId="478"/>
          <ac:spMkLst>
            <pc:docMk/>
            <pc:sldMk cId="1347799127" sldId="268"/>
            <ac:spMk id="4" creationId="{717D8B6C-373F-C4DB-0252-118522BE75D1}"/>
          </ac:spMkLst>
        </pc:spChg>
        <pc:spChg chg="del">
          <ac:chgData name="SHYAMSUNDAR PAL" userId="07ac20a68c748d3b" providerId="LiveId" clId="{0B07A507-C0E7-4F8A-B017-AAD3C4D95477}" dt="2026-03-10T16:27:17.661" v="410" actId="478"/>
          <ac:spMkLst>
            <pc:docMk/>
            <pc:sldMk cId="1347799127" sldId="268"/>
            <ac:spMk id="5" creationId="{14580007-D01F-AEA1-6A2F-A16DE49A81FD}"/>
          </ac:spMkLst>
        </pc:spChg>
        <pc:spChg chg="add mod">
          <ac:chgData name="SHYAMSUNDAR PAL" userId="07ac20a68c748d3b" providerId="LiveId" clId="{0B07A507-C0E7-4F8A-B017-AAD3C4D95477}" dt="2026-03-10T16:23:50.285" v="386" actId="1076"/>
          <ac:spMkLst>
            <pc:docMk/>
            <pc:sldMk cId="1347799127" sldId="268"/>
            <ac:spMk id="7" creationId="{03215EED-3D99-689B-D245-FD01F1BB70F4}"/>
          </ac:spMkLst>
        </pc:spChg>
        <pc:spChg chg="add mod">
          <ac:chgData name="SHYAMSUNDAR PAL" userId="07ac20a68c748d3b" providerId="LiveId" clId="{0B07A507-C0E7-4F8A-B017-AAD3C4D95477}" dt="2026-03-10T16:24:02.359" v="392" actId="1076"/>
          <ac:spMkLst>
            <pc:docMk/>
            <pc:sldMk cId="1347799127" sldId="268"/>
            <ac:spMk id="8" creationId="{4A583843-A5EB-C7F3-0580-BDB486EB5495}"/>
          </ac:spMkLst>
        </pc:spChg>
        <pc:spChg chg="add mod">
          <ac:chgData name="SHYAMSUNDAR PAL" userId="07ac20a68c748d3b" providerId="LiveId" clId="{0B07A507-C0E7-4F8A-B017-AAD3C4D95477}" dt="2026-03-10T16:27:26.045" v="411"/>
          <ac:spMkLst>
            <pc:docMk/>
            <pc:sldMk cId="1347799127" sldId="268"/>
            <ac:spMk id="11" creationId="{A2D38EB6-8B1C-AC17-0571-8D9A1CBC5C5B}"/>
          </ac:spMkLst>
        </pc:spChg>
        <pc:graphicFrameChg chg="add mod modGraphic">
          <ac:chgData name="SHYAMSUNDAR PAL" userId="07ac20a68c748d3b" providerId="LiveId" clId="{0B07A507-C0E7-4F8A-B017-AAD3C4D95477}" dt="2026-03-10T16:27:59.006" v="416" actId="1076"/>
          <ac:graphicFrameMkLst>
            <pc:docMk/>
            <pc:sldMk cId="1347799127" sldId="268"/>
            <ac:graphicFrameMk id="12" creationId="{616AA3DC-08A9-7274-D62A-52C8878C5202}"/>
          </ac:graphicFrameMkLst>
        </pc:graphicFrameChg>
        <pc:graphicFrameChg chg="add mod">
          <ac:chgData name="SHYAMSUNDAR PAL" userId="07ac20a68c748d3b" providerId="LiveId" clId="{0B07A507-C0E7-4F8A-B017-AAD3C4D95477}" dt="2026-03-10T16:28:24.146" v="419" actId="1076"/>
          <ac:graphicFrameMkLst>
            <pc:docMk/>
            <pc:sldMk cId="1347799127" sldId="268"/>
            <ac:graphicFrameMk id="13" creationId="{EA948847-C447-BAD8-C348-3B70792DD273}"/>
          </ac:graphicFrameMkLst>
        </pc:graphicFrameChg>
        <pc:graphicFrameChg chg="add mod">
          <ac:chgData name="SHYAMSUNDAR PAL" userId="07ac20a68c748d3b" providerId="LiveId" clId="{0B07A507-C0E7-4F8A-B017-AAD3C4D95477}" dt="2026-03-10T16:28:31.398" v="420" actId="1076"/>
          <ac:graphicFrameMkLst>
            <pc:docMk/>
            <pc:sldMk cId="1347799127" sldId="268"/>
            <ac:graphicFrameMk id="14" creationId="{35322DF0-6754-BC56-6535-E2DAEBEC3F4E}"/>
          </ac:graphicFrameMkLst>
        </pc:graphicFrameChg>
        <pc:picChg chg="add mod">
          <ac:chgData name="SHYAMSUNDAR PAL" userId="07ac20a68c748d3b" providerId="LiveId" clId="{0B07A507-C0E7-4F8A-B017-AAD3C4D95477}" dt="2026-03-10T16:26:37.826" v="407" actId="1076"/>
          <ac:picMkLst>
            <pc:docMk/>
            <pc:sldMk cId="1347799127" sldId="268"/>
            <ac:picMk id="9" creationId="{9D97CE89-B14B-E665-3AB5-433F079F91EB}"/>
          </ac:picMkLst>
        </pc:picChg>
        <pc:picChg chg="add mod">
          <ac:chgData name="SHYAMSUNDAR PAL" userId="07ac20a68c748d3b" providerId="LiveId" clId="{0B07A507-C0E7-4F8A-B017-AAD3C4D95477}" dt="2026-03-10T16:25:28.597" v="398" actId="14100"/>
          <ac:picMkLst>
            <pc:docMk/>
            <pc:sldMk cId="1347799127" sldId="268"/>
            <ac:picMk id="10" creationId="{F5ADC6EE-E993-24A7-E23D-E336575834F7}"/>
          </ac:picMkLst>
        </pc:picChg>
        <pc:picChg chg="add mod">
          <ac:chgData name="SHYAMSUNDAR PAL" userId="07ac20a68c748d3b" providerId="LiveId" clId="{0B07A507-C0E7-4F8A-B017-AAD3C4D95477}" dt="2026-03-10T16:26:51.966" v="409" actId="1076"/>
          <ac:picMkLst>
            <pc:docMk/>
            <pc:sldMk cId="1347799127" sldId="268"/>
            <ac:picMk id="4098" creationId="{5C70035B-66C7-80EA-0DCF-CFA755A0336B}"/>
          </ac:picMkLst>
        </pc:picChg>
        <pc:picChg chg="del">
          <ac:chgData name="SHYAMSUNDAR PAL" userId="07ac20a68c748d3b" providerId="LiveId" clId="{0B07A507-C0E7-4F8A-B017-AAD3C4D95477}" dt="2026-03-10T16:17:42.691" v="338" actId="478"/>
          <ac:picMkLst>
            <pc:docMk/>
            <pc:sldMk cId="1347799127" sldId="268"/>
            <ac:picMk id="5122" creationId="{44780D13-AB94-910E-F435-5A2FBF7AE890}"/>
          </ac:picMkLst>
        </pc:picChg>
      </pc:sldChg>
      <pc:sldChg chg="addSp delSp modSp mod">
        <pc:chgData name="SHYAMSUNDAR PAL" userId="07ac20a68c748d3b" providerId="LiveId" clId="{0B07A507-C0E7-4F8A-B017-AAD3C4D95477}" dt="2026-03-10T17:28:16.387" v="594"/>
        <pc:sldMkLst>
          <pc:docMk/>
          <pc:sldMk cId="3658731532" sldId="269"/>
        </pc:sldMkLst>
        <pc:spChg chg="mod">
          <ac:chgData name="SHYAMSUNDAR PAL" userId="07ac20a68c748d3b" providerId="LiveId" clId="{0B07A507-C0E7-4F8A-B017-AAD3C4D95477}" dt="2026-03-10T17:24:29.542" v="567" actId="404"/>
          <ac:spMkLst>
            <pc:docMk/>
            <pc:sldMk cId="3658731532" sldId="269"/>
            <ac:spMk id="2" creationId="{07F4CFAC-C9BF-A776-2897-819A6DB19E7F}"/>
          </ac:spMkLst>
        </pc:spChg>
        <pc:spChg chg="del mod">
          <ac:chgData name="SHYAMSUNDAR PAL" userId="07ac20a68c748d3b" providerId="LiveId" clId="{0B07A507-C0E7-4F8A-B017-AAD3C4D95477}" dt="2026-03-10T16:31:58.141" v="448" actId="478"/>
          <ac:spMkLst>
            <pc:docMk/>
            <pc:sldMk cId="3658731532" sldId="269"/>
            <ac:spMk id="5" creationId="{4FAC6641-F9F1-8B29-40D8-AA6AFFD25313}"/>
          </ac:spMkLst>
        </pc:spChg>
        <pc:spChg chg="mod">
          <ac:chgData name="SHYAMSUNDAR PAL" userId="07ac20a68c748d3b" providerId="LiveId" clId="{0B07A507-C0E7-4F8A-B017-AAD3C4D95477}" dt="2026-03-10T17:26:10.447" v="584" actId="1076"/>
          <ac:spMkLst>
            <pc:docMk/>
            <pc:sldMk cId="3658731532" sldId="269"/>
            <ac:spMk id="6" creationId="{2E528348-65F6-D8C6-5504-A0CDE07C4660}"/>
          </ac:spMkLst>
        </pc:spChg>
        <pc:spChg chg="del">
          <ac:chgData name="SHYAMSUNDAR PAL" userId="07ac20a68c748d3b" providerId="LiveId" clId="{0B07A507-C0E7-4F8A-B017-AAD3C4D95477}" dt="2026-03-10T17:28:10.882" v="593" actId="478"/>
          <ac:spMkLst>
            <pc:docMk/>
            <pc:sldMk cId="3658731532" sldId="269"/>
            <ac:spMk id="7" creationId="{6664AE44-257C-F193-8DC0-671AE386D233}"/>
          </ac:spMkLst>
        </pc:spChg>
        <pc:spChg chg="add mod">
          <ac:chgData name="SHYAMSUNDAR PAL" userId="07ac20a68c748d3b" providerId="LiveId" clId="{0B07A507-C0E7-4F8A-B017-AAD3C4D95477}" dt="2026-03-10T17:24:19.996" v="565" actId="1076"/>
          <ac:spMkLst>
            <pc:docMk/>
            <pc:sldMk cId="3658731532" sldId="269"/>
            <ac:spMk id="9" creationId="{4391CA68-12A5-976B-1B79-897AB764FDF8}"/>
          </ac:spMkLst>
        </pc:spChg>
        <pc:spChg chg="add mod">
          <ac:chgData name="SHYAMSUNDAR PAL" userId="07ac20a68c748d3b" providerId="LiveId" clId="{0B07A507-C0E7-4F8A-B017-AAD3C4D95477}" dt="2026-03-10T17:25:47.930" v="581" actId="1076"/>
          <ac:spMkLst>
            <pc:docMk/>
            <pc:sldMk cId="3658731532" sldId="269"/>
            <ac:spMk id="10" creationId="{1E3DFD46-EF78-79DB-6C3C-30356BB60CE6}"/>
          </ac:spMkLst>
        </pc:spChg>
        <pc:spChg chg="add">
          <ac:chgData name="SHYAMSUNDAR PAL" userId="07ac20a68c748d3b" providerId="LiveId" clId="{0B07A507-C0E7-4F8A-B017-AAD3C4D95477}" dt="2026-03-10T17:18:00.809" v="501"/>
          <ac:spMkLst>
            <pc:docMk/>
            <pc:sldMk cId="3658731532" sldId="269"/>
            <ac:spMk id="11" creationId="{1203E16A-C40D-89EA-2BAE-D46D4F26E486}"/>
          </ac:spMkLst>
        </pc:spChg>
        <pc:spChg chg="add">
          <ac:chgData name="SHYAMSUNDAR PAL" userId="07ac20a68c748d3b" providerId="LiveId" clId="{0B07A507-C0E7-4F8A-B017-AAD3C4D95477}" dt="2026-03-10T17:18:23.300" v="507"/>
          <ac:spMkLst>
            <pc:docMk/>
            <pc:sldMk cId="3658731532" sldId="269"/>
            <ac:spMk id="12" creationId="{B1D77F15-BC76-EA73-471D-9483BE837724}"/>
          </ac:spMkLst>
        </pc:spChg>
        <pc:spChg chg="add">
          <ac:chgData name="SHYAMSUNDAR PAL" userId="07ac20a68c748d3b" providerId="LiveId" clId="{0B07A507-C0E7-4F8A-B017-AAD3C4D95477}" dt="2026-03-10T17:18:34.852" v="508"/>
          <ac:spMkLst>
            <pc:docMk/>
            <pc:sldMk cId="3658731532" sldId="269"/>
            <ac:spMk id="13" creationId="{DFEA07AA-AF18-93EB-53A6-E901959FBF8C}"/>
          </ac:spMkLst>
        </pc:spChg>
        <pc:spChg chg="add mod">
          <ac:chgData name="SHYAMSUNDAR PAL" userId="07ac20a68c748d3b" providerId="LiveId" clId="{0B07A507-C0E7-4F8A-B017-AAD3C4D95477}" dt="2026-03-10T17:24:25.152" v="566" actId="1076"/>
          <ac:spMkLst>
            <pc:docMk/>
            <pc:sldMk cId="3658731532" sldId="269"/>
            <ac:spMk id="15" creationId="{5BA7276F-113B-EE05-9FF9-E9518804CED2}"/>
          </ac:spMkLst>
        </pc:spChg>
        <pc:spChg chg="add mod">
          <ac:chgData name="SHYAMSUNDAR PAL" userId="07ac20a68c748d3b" providerId="LiveId" clId="{0B07A507-C0E7-4F8A-B017-AAD3C4D95477}" dt="2026-03-10T17:25:54.781" v="583" actId="1076"/>
          <ac:spMkLst>
            <pc:docMk/>
            <pc:sldMk cId="3658731532" sldId="269"/>
            <ac:spMk id="16" creationId="{16B6F486-05BF-CBED-8019-0F0E7789E49C}"/>
          </ac:spMkLst>
        </pc:spChg>
        <pc:spChg chg="add mod">
          <ac:chgData name="SHYAMSUNDAR PAL" userId="07ac20a68c748d3b" providerId="LiveId" clId="{0B07A507-C0E7-4F8A-B017-AAD3C4D95477}" dt="2026-03-10T17:28:16.387" v="594"/>
          <ac:spMkLst>
            <pc:docMk/>
            <pc:sldMk cId="3658731532" sldId="269"/>
            <ac:spMk id="17" creationId="{D3E40924-4833-63F7-F915-3E8F2AB65E6B}"/>
          </ac:spMkLst>
        </pc:spChg>
        <pc:graphicFrameChg chg="del">
          <ac:chgData name="SHYAMSUNDAR PAL" userId="07ac20a68c748d3b" providerId="LiveId" clId="{0B07A507-C0E7-4F8A-B017-AAD3C4D95477}" dt="2026-03-10T16:31:05.713" v="435" actId="478"/>
          <ac:graphicFrameMkLst>
            <pc:docMk/>
            <pc:sldMk cId="3658731532" sldId="269"/>
            <ac:graphicFrameMk id="4" creationId="{3C57BBB6-5C0A-9178-7819-DED13A36625E}"/>
          </ac:graphicFrameMkLst>
        </pc:graphicFrameChg>
        <pc:picChg chg="add mod modCrop">
          <ac:chgData name="SHYAMSUNDAR PAL" userId="07ac20a68c748d3b" providerId="LiveId" clId="{0B07A507-C0E7-4F8A-B017-AAD3C4D95477}" dt="2026-03-10T17:27:42.517" v="590" actId="1076"/>
          <ac:picMkLst>
            <pc:docMk/>
            <pc:sldMk cId="3658731532" sldId="269"/>
            <ac:picMk id="14" creationId="{D33C2F0D-68F5-47E3-C9B9-AD7F68D95878}"/>
          </ac:picMkLst>
        </pc:picChg>
        <pc:picChg chg="add mod">
          <ac:chgData name="SHYAMSUNDAR PAL" userId="07ac20a68c748d3b" providerId="LiveId" clId="{0B07A507-C0E7-4F8A-B017-AAD3C4D95477}" dt="2026-03-10T17:27:53.781" v="592" actId="1076"/>
          <ac:picMkLst>
            <pc:docMk/>
            <pc:sldMk cId="3658731532" sldId="269"/>
            <ac:picMk id="5122" creationId="{03D732C3-BC2E-7A2A-CB61-0AEA75187488}"/>
          </ac:picMkLst>
        </pc:picChg>
        <pc:picChg chg="add mod">
          <ac:chgData name="SHYAMSUNDAR PAL" userId="07ac20a68c748d3b" providerId="LiveId" clId="{0B07A507-C0E7-4F8A-B017-AAD3C4D95477}" dt="2026-03-10T17:27:38.627" v="589" actId="1076"/>
          <ac:picMkLst>
            <pc:docMk/>
            <pc:sldMk cId="3658731532" sldId="269"/>
            <ac:picMk id="5127" creationId="{2D555289-65D2-E30B-3869-A1A10889C109}"/>
          </ac:picMkLst>
        </pc:picChg>
        <pc:picChg chg="del">
          <ac:chgData name="SHYAMSUNDAR PAL" userId="07ac20a68c748d3b" providerId="LiveId" clId="{0B07A507-C0E7-4F8A-B017-AAD3C4D95477}" dt="2026-03-10T16:31:59.676" v="449" actId="478"/>
          <ac:picMkLst>
            <pc:docMk/>
            <pc:sldMk cId="3658731532" sldId="269"/>
            <ac:picMk id="6146" creationId="{2F5C998D-3B91-0CBE-4CD1-B154BFCEE20A}"/>
          </ac:picMkLst>
        </pc:picChg>
      </pc:sldChg>
      <pc:sldChg chg="addSp delSp modSp mod">
        <pc:chgData name="SHYAMSUNDAR PAL" userId="07ac20a68c748d3b" providerId="LiveId" clId="{0B07A507-C0E7-4F8A-B017-AAD3C4D95477}" dt="2026-03-10T17:41:08.271" v="648"/>
        <pc:sldMkLst>
          <pc:docMk/>
          <pc:sldMk cId="2103740784" sldId="270"/>
        </pc:sldMkLst>
        <pc:spChg chg="add del">
          <ac:chgData name="SHYAMSUNDAR PAL" userId="07ac20a68c748d3b" providerId="LiveId" clId="{0B07A507-C0E7-4F8A-B017-AAD3C4D95477}" dt="2026-03-10T17:35:46.672" v="607" actId="478"/>
          <ac:spMkLst>
            <pc:docMk/>
            <pc:sldMk cId="2103740784" sldId="270"/>
            <ac:spMk id="2" creationId="{A2B35859-DDAB-18E0-DF8E-E136CA15D311}"/>
          </ac:spMkLst>
        </pc:spChg>
        <pc:spChg chg="add mod">
          <ac:chgData name="SHYAMSUNDAR PAL" userId="07ac20a68c748d3b" providerId="LiveId" clId="{0B07A507-C0E7-4F8A-B017-AAD3C4D95477}" dt="2026-03-10T17:37:53.167" v="625"/>
          <ac:spMkLst>
            <pc:docMk/>
            <pc:sldMk cId="2103740784" sldId="270"/>
            <ac:spMk id="5" creationId="{92AB5788-2CC7-9071-41DE-0AA4B65ECC05}"/>
          </ac:spMkLst>
        </pc:spChg>
        <pc:spChg chg="mod">
          <ac:chgData name="SHYAMSUNDAR PAL" userId="07ac20a68c748d3b" providerId="LiveId" clId="{0B07A507-C0E7-4F8A-B017-AAD3C4D95477}" dt="2026-03-10T17:36:41.018" v="618" actId="1076"/>
          <ac:spMkLst>
            <pc:docMk/>
            <pc:sldMk cId="2103740784" sldId="270"/>
            <ac:spMk id="10" creationId="{02D3B50B-7588-DD2C-22EA-1F17CFA631C9}"/>
          </ac:spMkLst>
        </pc:spChg>
        <pc:spChg chg="del">
          <ac:chgData name="SHYAMSUNDAR PAL" userId="07ac20a68c748d3b" providerId="LiveId" clId="{0B07A507-C0E7-4F8A-B017-AAD3C4D95477}" dt="2026-03-10T17:37:46.895" v="624" actId="478"/>
          <ac:spMkLst>
            <pc:docMk/>
            <pc:sldMk cId="2103740784" sldId="270"/>
            <ac:spMk id="13" creationId="{C7307D52-03A5-2342-2672-4F48D8253CDF}"/>
          </ac:spMkLst>
        </pc:spChg>
        <pc:graphicFrameChg chg="add mod">
          <ac:chgData name="SHYAMSUNDAR PAL" userId="07ac20a68c748d3b" providerId="LiveId" clId="{0B07A507-C0E7-4F8A-B017-AAD3C4D95477}" dt="2026-03-10T17:37:40.678" v="622" actId="1076"/>
          <ac:graphicFrameMkLst>
            <pc:docMk/>
            <pc:sldMk cId="2103740784" sldId="270"/>
            <ac:graphicFrameMk id="4" creationId="{AD09C011-41A7-23D5-299E-9F6A30B5E3F7}"/>
          </ac:graphicFrameMkLst>
        </pc:graphicFrameChg>
        <pc:picChg chg="add mod modCrop">
          <ac:chgData name="SHYAMSUNDAR PAL" userId="07ac20a68c748d3b" providerId="LiveId" clId="{0B07A507-C0E7-4F8A-B017-AAD3C4D95477}" dt="2026-03-10T17:37:42.911" v="623" actId="1076"/>
          <ac:picMkLst>
            <pc:docMk/>
            <pc:sldMk cId="2103740784" sldId="270"/>
            <ac:picMk id="3" creationId="{96769B10-ABA7-DD7D-44C7-74E8902F99D0}"/>
          </ac:picMkLst>
        </pc:picChg>
        <pc:picChg chg="add mod">
          <ac:chgData name="SHYAMSUNDAR PAL" userId="07ac20a68c748d3b" providerId="LiveId" clId="{0B07A507-C0E7-4F8A-B017-AAD3C4D95477}" dt="2026-03-10T17:41:08.271" v="648"/>
          <ac:picMkLst>
            <pc:docMk/>
            <pc:sldMk cId="2103740784" sldId="270"/>
            <ac:picMk id="6" creationId="{50EEE0E5-2D9A-2DEC-4774-7DED4A24E50C}"/>
          </ac:picMkLst>
        </pc:picChg>
        <pc:picChg chg="del">
          <ac:chgData name="SHYAMSUNDAR PAL" userId="07ac20a68c748d3b" providerId="LiveId" clId="{0B07A507-C0E7-4F8A-B017-AAD3C4D95477}" dt="2026-03-10T17:35:42.768" v="605" actId="478"/>
          <ac:picMkLst>
            <pc:docMk/>
            <pc:sldMk cId="2103740784" sldId="270"/>
            <ac:picMk id="12" creationId="{6A1597C9-8A02-6EC6-399A-A506C97DCFE6}"/>
          </ac:picMkLst>
        </pc:picChg>
      </pc:sldChg>
      <pc:sldChg chg="addSp delSp modSp mod">
        <pc:chgData name="SHYAMSUNDAR PAL" userId="07ac20a68c748d3b" providerId="LiveId" clId="{0B07A507-C0E7-4F8A-B017-AAD3C4D95477}" dt="2026-03-10T17:42:03.878" v="656" actId="14100"/>
        <pc:sldMkLst>
          <pc:docMk/>
          <pc:sldMk cId="535830859" sldId="271"/>
        </pc:sldMkLst>
        <pc:spChg chg="add">
          <ac:chgData name="SHYAMSUNDAR PAL" userId="07ac20a68c748d3b" providerId="LiveId" clId="{0B07A507-C0E7-4F8A-B017-AAD3C4D95477}" dt="2026-03-10T17:39:42.296" v="626"/>
          <ac:spMkLst>
            <pc:docMk/>
            <pc:sldMk cId="535830859" sldId="271"/>
            <ac:spMk id="2" creationId="{A8F66D64-5A12-9871-2FC7-0FCA5CC2CCC3}"/>
          </ac:spMkLst>
        </pc:spChg>
        <pc:spChg chg="add del">
          <ac:chgData name="SHYAMSUNDAR PAL" userId="07ac20a68c748d3b" providerId="LiveId" clId="{0B07A507-C0E7-4F8A-B017-AAD3C4D95477}" dt="2026-03-10T17:39:48.878" v="629" actId="478"/>
          <ac:spMkLst>
            <pc:docMk/>
            <pc:sldMk cId="535830859" sldId="271"/>
            <ac:spMk id="3" creationId="{108A4AB2-C31B-FEEB-4993-63F11973BEB6}"/>
          </ac:spMkLst>
        </pc:spChg>
        <pc:spChg chg="del">
          <ac:chgData name="SHYAMSUNDAR PAL" userId="07ac20a68c748d3b" providerId="LiveId" clId="{0B07A507-C0E7-4F8A-B017-AAD3C4D95477}" dt="2026-03-10T17:40:04.726" v="634" actId="478"/>
          <ac:spMkLst>
            <pc:docMk/>
            <pc:sldMk cId="535830859" sldId="271"/>
            <ac:spMk id="7" creationId="{260FD46B-BF48-ED48-275A-6C2877536BA0}"/>
          </ac:spMkLst>
        </pc:spChg>
        <pc:spChg chg="add mod">
          <ac:chgData name="SHYAMSUNDAR PAL" userId="07ac20a68c748d3b" providerId="LiveId" clId="{0B07A507-C0E7-4F8A-B017-AAD3C4D95477}" dt="2026-03-10T17:41:15.293" v="649"/>
          <ac:spMkLst>
            <pc:docMk/>
            <pc:sldMk cId="535830859" sldId="271"/>
            <ac:spMk id="9" creationId="{B67A4C2E-C859-295C-87F2-009F640BAB19}"/>
          </ac:spMkLst>
        </pc:spChg>
        <pc:picChg chg="add del mod">
          <ac:chgData name="SHYAMSUNDAR PAL" userId="07ac20a68c748d3b" providerId="LiveId" clId="{0B07A507-C0E7-4F8A-B017-AAD3C4D95477}" dt="2026-03-10T17:42:03.878" v="656" actId="14100"/>
          <ac:picMkLst>
            <pc:docMk/>
            <pc:sldMk cId="535830859" sldId="271"/>
            <ac:picMk id="4" creationId="{45D17EE9-B7A9-1E9D-1197-D925F85630C3}"/>
          </ac:picMkLst>
        </pc:picChg>
        <pc:picChg chg="del">
          <ac:chgData name="SHYAMSUNDAR PAL" userId="07ac20a68c748d3b" providerId="LiveId" clId="{0B07A507-C0E7-4F8A-B017-AAD3C4D95477}" dt="2026-03-10T17:39:45.989" v="627" actId="478"/>
          <ac:picMkLst>
            <pc:docMk/>
            <pc:sldMk cId="535830859" sldId="271"/>
            <ac:picMk id="5" creationId="{1B130E10-694E-1665-34D0-EC2701A21F32}"/>
          </ac:picMkLst>
        </pc:picChg>
        <pc:picChg chg="add mod">
          <ac:chgData name="SHYAMSUNDAR PAL" userId="07ac20a68c748d3b" providerId="LiveId" clId="{0B07A507-C0E7-4F8A-B017-AAD3C4D95477}" dt="2026-03-10T17:40:56.993" v="647" actId="14100"/>
          <ac:picMkLst>
            <pc:docMk/>
            <pc:sldMk cId="535830859" sldId="271"/>
            <ac:picMk id="6" creationId="{931F2AA1-80AD-31B2-C51C-EAF77F61A667}"/>
          </ac:picMkLst>
        </pc:picChg>
        <pc:picChg chg="del mod">
          <ac:chgData name="SHYAMSUNDAR PAL" userId="07ac20a68c748d3b" providerId="LiveId" clId="{0B07A507-C0E7-4F8A-B017-AAD3C4D95477}" dt="2026-03-10T17:40:02.464" v="633" actId="478"/>
          <ac:picMkLst>
            <pc:docMk/>
            <pc:sldMk cId="535830859" sldId="271"/>
            <ac:picMk id="8" creationId="{68A684E1-4B82-14F9-906F-CE28BB1F7A05}"/>
          </ac:picMkLst>
        </pc:picChg>
        <pc:picChg chg="add del mod">
          <ac:chgData name="SHYAMSUNDAR PAL" userId="07ac20a68c748d3b" providerId="LiveId" clId="{0B07A507-C0E7-4F8A-B017-AAD3C4D95477}" dt="2026-03-10T17:42:03.878" v="656" actId="14100"/>
          <ac:picMkLst>
            <pc:docMk/>
            <pc:sldMk cId="535830859" sldId="271"/>
            <ac:picMk id="7174" creationId="{FC051ADA-781E-D02C-2B5B-6FCC7C4846A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A6F35C-7D4F-40E5-A9F3-5B208EE04368}"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81C1A-8F85-44CB-80A5-4869532B500D}" type="slidenum">
              <a:rPr lang="en-IN" smtClean="0"/>
              <a:t>‹#›</a:t>
            </a:fld>
            <a:endParaRPr lang="en-IN"/>
          </a:p>
        </p:txBody>
      </p:sp>
    </p:spTree>
    <p:extLst>
      <p:ext uri="{BB962C8B-B14F-4D97-AF65-F5344CB8AC3E}">
        <p14:creationId xmlns:p14="http://schemas.microsoft.com/office/powerpoint/2010/main" val="2433241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581C1A-8F85-44CB-80A5-4869532B500D}" type="slidenum">
              <a:rPr lang="en-IN" smtClean="0"/>
              <a:t>6</a:t>
            </a:fld>
            <a:endParaRPr lang="en-IN"/>
          </a:p>
        </p:txBody>
      </p:sp>
    </p:spTree>
    <p:extLst>
      <p:ext uri="{BB962C8B-B14F-4D97-AF65-F5344CB8AC3E}">
        <p14:creationId xmlns:p14="http://schemas.microsoft.com/office/powerpoint/2010/main" val="2081751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FBF0B-C1BA-2CA3-A65E-E0D53525ED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BB7E2BF-B3F5-33A3-92EB-B78714CD9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1C8FC9C-AB0D-095D-2848-52B0A6EE10C0}"/>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5" name="Footer Placeholder 4">
            <a:extLst>
              <a:ext uri="{FF2B5EF4-FFF2-40B4-BE49-F238E27FC236}">
                <a16:creationId xmlns:a16="http://schemas.microsoft.com/office/drawing/2014/main" id="{03A4F635-24CF-2755-E741-21BC8D2485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0B5093-2623-B51A-354A-15B7208B26E6}"/>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3835092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71BF1-FF07-6FC5-957F-58541350F9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FBF73D-860D-29CE-C4A9-039CDFC715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401E91-818E-F77C-781C-E3740E2E6DC1}"/>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5" name="Footer Placeholder 4">
            <a:extLst>
              <a:ext uri="{FF2B5EF4-FFF2-40B4-BE49-F238E27FC236}">
                <a16:creationId xmlns:a16="http://schemas.microsoft.com/office/drawing/2014/main" id="{C3BDEBBD-AF79-0A34-2315-0282E0CC9E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669ECD-FAC9-E734-27CF-B22B57AC633A}"/>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3812743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837F0-92A9-0629-75B7-F732A5C7D6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9EEBB17-BC2F-BFF0-67FC-A973F9777B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D56369-8FBD-37EF-E373-ACE3CACA060F}"/>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5" name="Footer Placeholder 4">
            <a:extLst>
              <a:ext uri="{FF2B5EF4-FFF2-40B4-BE49-F238E27FC236}">
                <a16:creationId xmlns:a16="http://schemas.microsoft.com/office/drawing/2014/main" id="{82B189C9-F601-2C90-3AF2-BCAB39F6BF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E193EF-F4B6-1B28-5844-A7A10B215C69}"/>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1190837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0D566-6B6F-D12B-8BCF-9E4CD924C4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CEB508-16DD-7FB8-EC62-558593955F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56B1D52-CF91-E5EA-0FCC-0E14AF793B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125F5BF-64C9-7D4E-0C5C-026D954E33A7}"/>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6" name="Footer Placeholder 5">
            <a:extLst>
              <a:ext uri="{FF2B5EF4-FFF2-40B4-BE49-F238E27FC236}">
                <a16:creationId xmlns:a16="http://schemas.microsoft.com/office/drawing/2014/main" id="{DF005300-FC86-7BAD-AA40-85202FA321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74B1AC-9CF9-9BAC-7685-27BD627E7683}"/>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2389655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48C9-AC10-8583-7626-5C64BE7CE8F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34C06A-7CE9-0E66-7C9D-EE6916B59F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B2BA8C-A1CC-4DE6-7AB0-F8BB1A6F04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655A7AA-341C-BC43-AE35-8D261A7216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3952FA-A340-CB8A-1645-5751A855FF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11D0DE-7225-8DF7-A48A-B7A8D570E913}"/>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8" name="Footer Placeholder 7">
            <a:extLst>
              <a:ext uri="{FF2B5EF4-FFF2-40B4-BE49-F238E27FC236}">
                <a16:creationId xmlns:a16="http://schemas.microsoft.com/office/drawing/2014/main" id="{B85CAD9C-124B-FAFF-3026-2B578AB616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C397D7C-0665-4427-4E06-BBEA468788CC}"/>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1450698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9B582-DB5F-16EB-B45C-34DF5E94BDD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9443C20-24EA-6583-8F50-354C3FAECA62}"/>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4" name="Footer Placeholder 3">
            <a:extLst>
              <a:ext uri="{FF2B5EF4-FFF2-40B4-BE49-F238E27FC236}">
                <a16:creationId xmlns:a16="http://schemas.microsoft.com/office/drawing/2014/main" id="{754C6090-D809-76BC-AE03-E09A9EC2A56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033A80-41F1-F26A-C59B-DC50970AECA0}"/>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2975600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5C4D2F-1ED2-9208-F11E-9F049358EBB3}"/>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3" name="Footer Placeholder 2">
            <a:extLst>
              <a:ext uri="{FF2B5EF4-FFF2-40B4-BE49-F238E27FC236}">
                <a16:creationId xmlns:a16="http://schemas.microsoft.com/office/drawing/2014/main" id="{9CBDA87F-2E7D-304A-E24D-82AB67F940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5DAD57-0424-8938-79BF-73B6A5D454DA}"/>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4156159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D956B-330F-7FB0-0EFE-36C497F3C8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FDB848C-50D9-302F-A5C2-42BA2DBD41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91CA6A-3677-6587-BC75-657C6CEB64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239D5C-99B5-C05E-9978-CBC6F036246D}"/>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6" name="Footer Placeholder 5">
            <a:extLst>
              <a:ext uri="{FF2B5EF4-FFF2-40B4-BE49-F238E27FC236}">
                <a16:creationId xmlns:a16="http://schemas.microsoft.com/office/drawing/2014/main" id="{E97E67FC-7D81-1F36-8371-F98695CC02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AD25AC-CDC7-F39C-707B-C1067ED55365}"/>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257361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84DCC-FEDC-9833-B359-95D2AA4DFF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D49339-A7B2-2E8E-6718-74DE42F8CB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4F7F01-8AD0-9B93-2627-9C6C7CE6E2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1DF332-A15D-E51D-1427-B0B33C392F8C}"/>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6" name="Footer Placeholder 5">
            <a:extLst>
              <a:ext uri="{FF2B5EF4-FFF2-40B4-BE49-F238E27FC236}">
                <a16:creationId xmlns:a16="http://schemas.microsoft.com/office/drawing/2014/main" id="{F29F10FD-5662-AC19-48D6-399B76A4C8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7AB4C3-224E-F96B-BC2D-E5ABB7A6BE92}"/>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2818548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6BE37-E068-47B2-8EE9-B1E6B3420F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7D69AC-8277-AF7F-FEB3-880C538A85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99A5DA-EC62-22D8-0DC0-93B66B26B74D}"/>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5" name="Footer Placeholder 4">
            <a:extLst>
              <a:ext uri="{FF2B5EF4-FFF2-40B4-BE49-F238E27FC236}">
                <a16:creationId xmlns:a16="http://schemas.microsoft.com/office/drawing/2014/main" id="{4A67E7A2-9D0C-1896-204F-C01CE1006F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9C2135-7285-8CDD-1E75-871C073DD98A}"/>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2305065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DB71E7-6F99-291E-C7C9-9958A5663B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8390D2-B840-097F-4445-EDAF83373F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678A46-4B60-661F-4A01-B9D67AC9C4DC}"/>
              </a:ext>
            </a:extLst>
          </p:cNvPr>
          <p:cNvSpPr>
            <a:spLocks noGrp="1"/>
          </p:cNvSpPr>
          <p:nvPr>
            <p:ph type="dt" sz="half" idx="10"/>
          </p:nvPr>
        </p:nvSpPr>
        <p:spPr/>
        <p:txBody>
          <a:bodyPr/>
          <a:lstStyle/>
          <a:p>
            <a:fld id="{04DAE5F2-F367-4F45-8F70-57287FF45DAA}" type="datetimeFigureOut">
              <a:rPr lang="en-IN" smtClean="0"/>
              <a:t>10-03-2026</a:t>
            </a:fld>
            <a:endParaRPr lang="en-IN"/>
          </a:p>
        </p:txBody>
      </p:sp>
      <p:sp>
        <p:nvSpPr>
          <p:cNvPr id="5" name="Footer Placeholder 4">
            <a:extLst>
              <a:ext uri="{FF2B5EF4-FFF2-40B4-BE49-F238E27FC236}">
                <a16:creationId xmlns:a16="http://schemas.microsoft.com/office/drawing/2014/main" id="{32C1357E-4DF9-3432-8FD5-FB8682FFDA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49BD94-2A63-92A7-2012-0473B18957A7}"/>
              </a:ext>
            </a:extLst>
          </p:cNvPr>
          <p:cNvSpPr>
            <a:spLocks noGrp="1"/>
          </p:cNvSpPr>
          <p:nvPr>
            <p:ph type="sldNum" sz="quarter" idx="12"/>
          </p:nvPr>
        </p:nvSpPr>
        <p:spPr/>
        <p:txBody>
          <a:bodyPr/>
          <a:lstStyle/>
          <a:p>
            <a:fld id="{FD4664A7-9885-4B26-92A9-1C93D82E9394}" type="slidenum">
              <a:rPr lang="en-IN" smtClean="0"/>
              <a:t>‹#›</a:t>
            </a:fld>
            <a:endParaRPr lang="en-IN"/>
          </a:p>
        </p:txBody>
      </p:sp>
    </p:spTree>
    <p:extLst>
      <p:ext uri="{BB962C8B-B14F-4D97-AF65-F5344CB8AC3E}">
        <p14:creationId xmlns:p14="http://schemas.microsoft.com/office/powerpoint/2010/main" val="383985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FC2DC6-AB2A-8161-BCF0-7218E5E281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558EEE1-468C-1D8E-0CF4-3B62EBB4AA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F851C9-B1C4-F947-0CBE-F21A7A1E2B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DAE5F2-F367-4F45-8F70-57287FF45DAA}" type="datetimeFigureOut">
              <a:rPr lang="en-IN" smtClean="0"/>
              <a:t>10-03-2026</a:t>
            </a:fld>
            <a:endParaRPr lang="en-IN"/>
          </a:p>
        </p:txBody>
      </p:sp>
      <p:sp>
        <p:nvSpPr>
          <p:cNvPr id="5" name="Footer Placeholder 4">
            <a:extLst>
              <a:ext uri="{FF2B5EF4-FFF2-40B4-BE49-F238E27FC236}">
                <a16:creationId xmlns:a16="http://schemas.microsoft.com/office/drawing/2014/main" id="{B20949A8-A175-021E-6FAB-3C13C97331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C36898F-EDFF-AF98-FDA6-82B2DC4E82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4664A7-9885-4B26-92A9-1C93D82E9394}" type="slidenum">
              <a:rPr lang="en-IN" smtClean="0"/>
              <a:t>‹#›</a:t>
            </a:fld>
            <a:endParaRPr lang="en-IN"/>
          </a:p>
        </p:txBody>
      </p:sp>
    </p:spTree>
    <p:extLst>
      <p:ext uri="{BB962C8B-B14F-4D97-AF65-F5344CB8AC3E}">
        <p14:creationId xmlns:p14="http://schemas.microsoft.com/office/powerpoint/2010/main" val="4021781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DB65CCD-6F97-EA73-D9EA-EACBA853B6CA}"/>
              </a:ext>
            </a:extLst>
          </p:cNvPr>
          <p:cNvSpPr>
            <a:spLocks noGrp="1"/>
          </p:cNvSpPr>
          <p:nvPr/>
        </p:nvSpPr>
        <p:spPr>
          <a:xfrm>
            <a:off x="3146710" y="1548443"/>
            <a:ext cx="4219074" cy="682202"/>
          </a:xfrm>
          <a:prstGeom prst="rect">
            <a:avLst/>
          </a:prstGeom>
        </p:spPr>
        <p:txBody>
          <a:bodyPr vert="horz" lIns="91440" tIns="45720" rIns="91440" bIns="45720" rtlCol="0" anchor="ctr">
            <a:noAutofit/>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en-IN" sz="2400">
                <a:solidFill>
                  <a:schemeClr val="bg2">
                    <a:lumMod val="20000"/>
                    <a:lumOff val="80000"/>
                  </a:schemeClr>
                </a:solidFill>
                <a:latin typeface="Algerian" panose="04020705040A02060702" pitchFamily="82" charset="0"/>
              </a:rPr>
              <a:t>Brainware university</a:t>
            </a:r>
          </a:p>
        </p:txBody>
      </p:sp>
      <p:sp>
        <p:nvSpPr>
          <p:cNvPr id="5" name="Content Placeholder 2">
            <a:extLst>
              <a:ext uri="{FF2B5EF4-FFF2-40B4-BE49-F238E27FC236}">
                <a16:creationId xmlns:a16="http://schemas.microsoft.com/office/drawing/2014/main" id="{3F3F1FA6-21A3-9A88-A3B0-C0F7ADBA3110}"/>
              </a:ext>
            </a:extLst>
          </p:cNvPr>
          <p:cNvSpPr>
            <a:spLocks noGrp="1"/>
          </p:cNvSpPr>
          <p:nvPr/>
        </p:nvSpPr>
        <p:spPr>
          <a:xfrm>
            <a:off x="1540933" y="2020452"/>
            <a:ext cx="10320867" cy="40241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a:buFont typeface="Wingdings" panose="05000000000000000000" pitchFamily="2" charset="2"/>
              <a:buChar char="v"/>
            </a:pPr>
            <a:r>
              <a:rPr lang="en-IN" sz="2400" b="1" dirty="0">
                <a:solidFill>
                  <a:schemeClr val="accent6"/>
                </a:solidFill>
                <a:latin typeface="Algerian" panose="04020705040A02060702" pitchFamily="82" charset="0"/>
              </a:rPr>
              <a:t>NAME OF THE DEPARTMENT:- </a:t>
            </a:r>
            <a:r>
              <a:rPr lang="en-IN" sz="2400" b="1" dirty="0">
                <a:solidFill>
                  <a:schemeClr val="tx1"/>
                </a:solidFill>
                <a:latin typeface="Algerian" panose="04020705040A02060702" pitchFamily="82" charset="0"/>
              </a:rPr>
              <a:t>Department of computer                                       science &amp; engineering-AI</a:t>
            </a:r>
          </a:p>
          <a:p>
            <a:pPr>
              <a:buFont typeface="Wingdings" panose="05000000000000000000" pitchFamily="2" charset="2"/>
              <a:buChar char="v"/>
            </a:pPr>
            <a:r>
              <a:rPr lang="en-IN" sz="2400" b="1" dirty="0">
                <a:solidFill>
                  <a:schemeClr val="accent6"/>
                </a:solidFill>
                <a:latin typeface="Algerian" panose="04020705040A02060702" pitchFamily="82" charset="0"/>
              </a:rPr>
              <a:t>Programme name:- </a:t>
            </a:r>
            <a:r>
              <a:rPr lang="en-IN" sz="2400" b="1" dirty="0">
                <a:solidFill>
                  <a:schemeClr val="tx1"/>
                </a:solidFill>
                <a:latin typeface="Algerian" panose="04020705040A02060702" pitchFamily="82" charset="0"/>
              </a:rPr>
              <a:t>B .Tech .CSE  (AIML)</a:t>
            </a:r>
          </a:p>
          <a:p>
            <a:pPr>
              <a:buFont typeface="Wingdings" panose="05000000000000000000" pitchFamily="2" charset="2"/>
              <a:buChar char="v"/>
            </a:pPr>
            <a:r>
              <a:rPr lang="en-IN" sz="2400" b="1" dirty="0">
                <a:solidFill>
                  <a:schemeClr val="accent6"/>
                </a:solidFill>
                <a:latin typeface="Algerian" panose="04020705040A02060702" pitchFamily="82" charset="0"/>
              </a:rPr>
              <a:t>semester/year:- </a:t>
            </a:r>
            <a:r>
              <a:rPr lang="en-IN" sz="2400" b="1" dirty="0">
                <a:latin typeface="Algerian" panose="04020705040A02060702" pitchFamily="82" charset="0"/>
              </a:rPr>
              <a:t>6</a:t>
            </a:r>
            <a:r>
              <a:rPr lang="en-IN" sz="2400" b="1" dirty="0">
                <a:solidFill>
                  <a:srgbClr val="FFC000"/>
                </a:solidFill>
                <a:latin typeface="Algerian" panose="04020705040A02060702" pitchFamily="82" charset="0"/>
              </a:rPr>
              <a:t> </a:t>
            </a:r>
            <a:r>
              <a:rPr lang="en-IN" sz="2400" b="1" dirty="0">
                <a:latin typeface="Algerian" panose="04020705040A02060702" pitchFamily="82" charset="0"/>
              </a:rPr>
              <a:t>/3</a:t>
            </a:r>
            <a:endParaRPr lang="en-IN" sz="2400" b="1" dirty="0">
              <a:solidFill>
                <a:schemeClr val="tx1"/>
              </a:solidFill>
              <a:latin typeface="Algerian" panose="04020705040A02060702" pitchFamily="82" charset="0"/>
            </a:endParaRPr>
          </a:p>
          <a:p>
            <a:pPr>
              <a:buFont typeface="Wingdings" panose="05000000000000000000" pitchFamily="2" charset="2"/>
              <a:buChar char="v"/>
            </a:pPr>
            <a:r>
              <a:rPr lang="en-IN" sz="2400" b="1" dirty="0">
                <a:solidFill>
                  <a:schemeClr val="accent6"/>
                </a:solidFill>
                <a:latin typeface="Algerian" panose="04020705040A02060702" pitchFamily="82" charset="0"/>
              </a:rPr>
              <a:t>Course code:- </a:t>
            </a:r>
            <a:r>
              <a:rPr lang="en-IN" sz="2400" b="1" dirty="0">
                <a:latin typeface="Algerian" panose="04020705040A02060702" pitchFamily="82" charset="0"/>
              </a:rPr>
              <a:t>pec-csm602b</a:t>
            </a:r>
          </a:p>
          <a:p>
            <a:pPr>
              <a:buFont typeface="Wingdings" panose="05000000000000000000" pitchFamily="2" charset="2"/>
              <a:buChar char="v"/>
            </a:pPr>
            <a:r>
              <a:rPr lang="en-IN" sz="2400" b="1" dirty="0">
                <a:solidFill>
                  <a:schemeClr val="accent6"/>
                </a:solidFill>
                <a:latin typeface="Algerian" panose="04020705040A02060702" pitchFamily="82" charset="0"/>
              </a:rPr>
              <a:t>Name of the student:- </a:t>
            </a:r>
            <a:r>
              <a:rPr lang="en-IN" sz="2400" b="1" dirty="0">
                <a:solidFill>
                  <a:schemeClr val="tx1"/>
                </a:solidFill>
                <a:latin typeface="Algerian" panose="04020705040A02060702" pitchFamily="82" charset="0"/>
              </a:rPr>
              <a:t>Shyam  Sundar pal</a:t>
            </a:r>
          </a:p>
          <a:p>
            <a:pPr>
              <a:buFont typeface="Wingdings" panose="05000000000000000000" pitchFamily="2" charset="2"/>
              <a:buChar char="v"/>
            </a:pPr>
            <a:r>
              <a:rPr lang="en-IN" sz="2400" b="1" dirty="0">
                <a:solidFill>
                  <a:schemeClr val="accent6"/>
                </a:solidFill>
                <a:latin typeface="Algerian" panose="04020705040A02060702" pitchFamily="82" charset="0"/>
              </a:rPr>
              <a:t>Roll no:-</a:t>
            </a:r>
            <a:r>
              <a:rPr lang="en-IN" sz="2400" b="1" dirty="0">
                <a:latin typeface="Algerian" panose="04020705040A02060702" pitchFamily="82" charset="0"/>
              </a:rPr>
              <a:t>23010332048</a:t>
            </a:r>
            <a:endParaRPr lang="en-IN" sz="2400" b="1" dirty="0">
              <a:solidFill>
                <a:schemeClr val="tx1"/>
              </a:solidFill>
              <a:latin typeface="Algerian" panose="04020705040A02060702" pitchFamily="82" charset="0"/>
            </a:endParaRPr>
          </a:p>
          <a:p>
            <a:pPr>
              <a:buFont typeface="Wingdings" panose="05000000000000000000" pitchFamily="2" charset="2"/>
              <a:buChar char="v"/>
            </a:pPr>
            <a:r>
              <a:rPr lang="en-IN" sz="2400" b="1" dirty="0">
                <a:solidFill>
                  <a:schemeClr val="accent6"/>
                </a:solidFill>
                <a:latin typeface="Algerian" panose="04020705040A02060702" pitchFamily="82" charset="0"/>
              </a:rPr>
              <a:t>Student code:- </a:t>
            </a:r>
            <a:r>
              <a:rPr lang="en-IN" sz="2400" b="1" dirty="0" err="1">
                <a:solidFill>
                  <a:schemeClr val="tx1"/>
                </a:solidFill>
                <a:latin typeface="Algerian" panose="04020705040A02060702" pitchFamily="82" charset="0"/>
              </a:rPr>
              <a:t>bwu</a:t>
            </a:r>
            <a:r>
              <a:rPr lang="en-IN" sz="2400" b="1" dirty="0">
                <a:solidFill>
                  <a:schemeClr val="tx1"/>
                </a:solidFill>
                <a:latin typeface="Algerian" panose="04020705040A02060702" pitchFamily="82" charset="0"/>
              </a:rPr>
              <a:t>/bta/23/050</a:t>
            </a:r>
          </a:p>
          <a:p>
            <a:endParaRPr lang="en-IN" b="1" dirty="0"/>
          </a:p>
        </p:txBody>
      </p:sp>
      <p:pic>
        <p:nvPicPr>
          <p:cNvPr id="2" name="Picture 2" descr="BU-Brainware University">
            <a:extLst>
              <a:ext uri="{FF2B5EF4-FFF2-40B4-BE49-F238E27FC236}">
                <a16:creationId xmlns:a16="http://schemas.microsoft.com/office/drawing/2014/main" id="{9A27DE58-76E0-F733-CE00-DDD048C964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5486" y="363529"/>
            <a:ext cx="2781014" cy="13467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ED6EC35-EEE0-562F-7909-A9FC3608C59B}"/>
              </a:ext>
            </a:extLst>
          </p:cNvPr>
          <p:cNvSpPr>
            <a:spLocks noChangeArrowheads="1"/>
          </p:cNvSpPr>
          <p:nvPr/>
        </p:nvSpPr>
        <p:spPr bwMode="auto">
          <a:xfrm>
            <a:off x="0" y="6354762"/>
            <a:ext cx="12191999" cy="503238"/>
          </a:xfrm>
          <a:prstGeom prst="rect">
            <a:avLst/>
          </a:prstGeom>
          <a:solidFill>
            <a:srgbClr val="92D05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b="1" dirty="0">
                <a:solidFill>
                  <a:schemeClr val="tx1">
                    <a:lumMod val="95000"/>
                    <a:lumOff val="5000"/>
                  </a:schemeClr>
                </a:solidFill>
              </a:rPr>
              <a:t>@</a:t>
            </a:r>
            <a:r>
              <a:rPr lang="en-IN" b="1" dirty="0"/>
              <a:t>HUMAN COMPUTER INTERACTION</a:t>
            </a:r>
            <a:endParaRPr lang="en-US" b="1" dirty="0">
              <a:solidFill>
                <a:schemeClr val="tx1">
                  <a:lumMod val="95000"/>
                  <a:lumOff val="5000"/>
                </a:schemeClr>
              </a:solidFill>
              <a:latin typeface="+mn-lt"/>
              <a:ea typeface="+mn-ea"/>
            </a:endParaRPr>
          </a:p>
        </p:txBody>
      </p:sp>
    </p:spTree>
    <p:extLst>
      <p:ext uri="{BB962C8B-B14F-4D97-AF65-F5344CB8AC3E}">
        <p14:creationId xmlns:p14="http://schemas.microsoft.com/office/powerpoint/2010/main" val="996004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E892D-0DAE-2A26-1256-3A3273E48D28}"/>
              </a:ext>
            </a:extLst>
          </p:cNvPr>
          <p:cNvSpPr>
            <a:spLocks noGrp="1"/>
          </p:cNvSpPr>
          <p:nvPr>
            <p:ph type="title"/>
          </p:nvPr>
        </p:nvSpPr>
        <p:spPr>
          <a:xfrm>
            <a:off x="6722534" y="1491161"/>
            <a:ext cx="5037666" cy="3077330"/>
          </a:xfrm>
        </p:spPr>
        <p:txBody>
          <a:bodyPr>
            <a:normAutofit/>
          </a:bodyPr>
          <a:lstStyle/>
          <a:p>
            <a:r>
              <a:rPr lang="en-IN" sz="7200" b="1" dirty="0">
                <a:solidFill>
                  <a:schemeClr val="accent6"/>
                </a:solidFill>
                <a:latin typeface="Agency FB" panose="020B0503020202020204" pitchFamily="34" charset="0"/>
              </a:rPr>
              <a:t>Interface Metaphors</a:t>
            </a:r>
          </a:p>
        </p:txBody>
      </p:sp>
      <p:sp>
        <p:nvSpPr>
          <p:cNvPr id="3" name="Content Placeholder 2">
            <a:extLst>
              <a:ext uri="{FF2B5EF4-FFF2-40B4-BE49-F238E27FC236}">
                <a16:creationId xmlns:a16="http://schemas.microsoft.com/office/drawing/2014/main" id="{4314B4D4-EAC6-5AD3-1222-B02172CBFE28}"/>
              </a:ext>
            </a:extLst>
          </p:cNvPr>
          <p:cNvSpPr>
            <a:spLocks noGrp="1"/>
          </p:cNvSpPr>
          <p:nvPr>
            <p:ph idx="1"/>
          </p:nvPr>
        </p:nvSpPr>
        <p:spPr>
          <a:xfrm>
            <a:off x="8314266" y="4615197"/>
            <a:ext cx="3640667" cy="1244600"/>
          </a:xfrm>
        </p:spPr>
        <p:txBody>
          <a:bodyPr>
            <a:normAutofit/>
          </a:bodyPr>
          <a:lstStyle/>
          <a:p>
            <a:r>
              <a:rPr lang="en-US" sz="2000" dirty="0">
                <a:latin typeface="Algerian" panose="04020705040A02060702" pitchFamily="82" charset="0"/>
              </a:rPr>
              <a:t>By Shyam sundar pal</a:t>
            </a:r>
          </a:p>
          <a:p>
            <a:r>
              <a:rPr lang="en-IN" sz="2000" dirty="0">
                <a:latin typeface="Algerian" panose="04020705040A02060702" pitchFamily="82" charset="0"/>
              </a:rPr>
              <a:t>BWU/BTA/23/050</a:t>
            </a:r>
          </a:p>
        </p:txBody>
      </p:sp>
      <p:pic>
        <p:nvPicPr>
          <p:cNvPr id="7" name="Picture 2" descr="BU-Brainware University">
            <a:extLst>
              <a:ext uri="{FF2B5EF4-FFF2-40B4-BE49-F238E27FC236}">
                <a16:creationId xmlns:a16="http://schemas.microsoft.com/office/drawing/2014/main" id="{9FC591B1-035D-EAFD-DC6B-E8C4F28FDC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3020" y="0"/>
            <a:ext cx="1378980" cy="66778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2,069 Interface Metaphor Stock Photos - Free &amp; Royalty-Free ...">
            <a:extLst>
              <a:ext uri="{FF2B5EF4-FFF2-40B4-BE49-F238E27FC236}">
                <a16:creationId xmlns:a16="http://schemas.microsoft.com/office/drawing/2014/main" id="{2DF8AE26-3AF6-E3C5-DA49-3F11F5DC70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266" y="433945"/>
            <a:ext cx="5646475" cy="307732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FD830C7-058E-5D29-2183-9478E3E942E0}"/>
              </a:ext>
            </a:extLst>
          </p:cNvPr>
          <p:cNvSpPr>
            <a:spLocks noChangeArrowheads="1"/>
          </p:cNvSpPr>
          <p:nvPr/>
        </p:nvSpPr>
        <p:spPr bwMode="auto">
          <a:xfrm>
            <a:off x="0" y="6354762"/>
            <a:ext cx="12191999" cy="503238"/>
          </a:xfrm>
          <a:prstGeom prst="rect">
            <a:avLst/>
          </a:prstGeom>
          <a:solidFill>
            <a:srgbClr val="92D05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b="1" dirty="0">
                <a:solidFill>
                  <a:schemeClr val="tx1">
                    <a:lumMod val="95000"/>
                    <a:lumOff val="5000"/>
                  </a:schemeClr>
                </a:solidFill>
              </a:rPr>
              <a:t>@</a:t>
            </a:r>
            <a:r>
              <a:rPr lang="en-IN" b="1" dirty="0"/>
              <a:t>HUMAN COMPUTER INTERACTION</a:t>
            </a:r>
            <a:endParaRPr lang="en-US" b="1" dirty="0">
              <a:solidFill>
                <a:schemeClr val="tx1">
                  <a:lumMod val="95000"/>
                  <a:lumOff val="5000"/>
                </a:schemeClr>
              </a:solidFill>
              <a:latin typeface="+mn-lt"/>
              <a:ea typeface="+mn-ea"/>
            </a:endParaRPr>
          </a:p>
        </p:txBody>
      </p:sp>
    </p:spTree>
    <p:extLst>
      <p:ext uri="{BB962C8B-B14F-4D97-AF65-F5344CB8AC3E}">
        <p14:creationId xmlns:p14="http://schemas.microsoft.com/office/powerpoint/2010/main" val="2061858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29725-6BE8-3447-9909-5A9A50AE7CDB}"/>
              </a:ext>
            </a:extLst>
          </p:cNvPr>
          <p:cNvSpPr>
            <a:spLocks noGrp="1"/>
          </p:cNvSpPr>
          <p:nvPr>
            <p:ph type="title"/>
          </p:nvPr>
        </p:nvSpPr>
        <p:spPr>
          <a:xfrm>
            <a:off x="59267" y="0"/>
            <a:ext cx="7958667" cy="625475"/>
          </a:xfrm>
        </p:spPr>
        <p:txBody>
          <a:bodyPr>
            <a:normAutofit/>
          </a:bodyPr>
          <a:lstStyle/>
          <a:p>
            <a:pPr marL="571500" indent="-571500">
              <a:buFont typeface="Wingdings" panose="05000000000000000000" pitchFamily="2" charset="2"/>
              <a:buChar char="v"/>
            </a:pPr>
            <a:r>
              <a:rPr lang="en-IN" sz="3200" b="1" dirty="0">
                <a:solidFill>
                  <a:schemeClr val="accent6"/>
                </a:solidFill>
                <a:latin typeface="Algerian" panose="04020705040A02060702" pitchFamily="82" charset="0"/>
              </a:rPr>
              <a:t>Introduction</a:t>
            </a:r>
          </a:p>
        </p:txBody>
      </p:sp>
      <p:sp>
        <p:nvSpPr>
          <p:cNvPr id="3" name="Content Placeholder 2">
            <a:extLst>
              <a:ext uri="{FF2B5EF4-FFF2-40B4-BE49-F238E27FC236}">
                <a16:creationId xmlns:a16="http://schemas.microsoft.com/office/drawing/2014/main" id="{98FEE238-4F8A-3742-64FA-4DABD967B052}"/>
              </a:ext>
            </a:extLst>
          </p:cNvPr>
          <p:cNvSpPr>
            <a:spLocks noGrp="1"/>
          </p:cNvSpPr>
          <p:nvPr>
            <p:ph idx="1"/>
          </p:nvPr>
        </p:nvSpPr>
        <p:spPr>
          <a:xfrm>
            <a:off x="643465" y="1148037"/>
            <a:ext cx="8331201" cy="4397377"/>
          </a:xfrm>
        </p:spPr>
        <p:txBody>
          <a:bodyPr>
            <a:normAutofit/>
          </a:bodyPr>
          <a:lstStyle/>
          <a:p>
            <a:pPr>
              <a:buFont typeface="Wingdings" panose="05000000000000000000" pitchFamily="2" charset="2"/>
              <a:buChar char="q"/>
            </a:pPr>
            <a:r>
              <a:rPr lang="en-US" sz="2000" b="1" dirty="0"/>
              <a:t>Interface Metaphor</a:t>
            </a:r>
            <a:endParaRPr lang="en-US" sz="2000" dirty="0"/>
          </a:p>
          <a:p>
            <a:r>
              <a:rPr lang="en-US" sz="2000" dirty="0"/>
              <a:t>Interface metaphors are used in </a:t>
            </a:r>
            <a:r>
              <a:rPr lang="en-US" sz="2000" b="1" dirty="0"/>
              <a:t>User Interface design</a:t>
            </a:r>
            <a:r>
              <a:rPr lang="en-US" sz="2000" dirty="0"/>
              <a:t>.</a:t>
            </a:r>
          </a:p>
          <a:p>
            <a:r>
              <a:rPr lang="en-US" sz="2000" dirty="0"/>
              <a:t>They help users understand software by relating it to </a:t>
            </a:r>
            <a:r>
              <a:rPr lang="en-US" sz="2000" b="1" dirty="0"/>
              <a:t>real-world objects</a:t>
            </a:r>
            <a:r>
              <a:rPr lang="en-US" sz="2000" dirty="0"/>
              <a:t>.</a:t>
            </a:r>
          </a:p>
          <a:p>
            <a:r>
              <a:rPr lang="en-US" sz="2000" dirty="0"/>
              <a:t>It makes computer systems </a:t>
            </a:r>
            <a:r>
              <a:rPr lang="en-US" sz="2000" b="1" dirty="0"/>
              <a:t>easy to learn and use</a:t>
            </a:r>
            <a:r>
              <a:rPr lang="en-US" sz="2000" dirty="0"/>
              <a:t>.</a:t>
            </a:r>
          </a:p>
          <a:p>
            <a:r>
              <a:rPr lang="en-US" sz="2000" dirty="0"/>
              <a:t>Common in modern operating systems and applications.</a:t>
            </a:r>
          </a:p>
          <a:p>
            <a:pPr marL="0" indent="0">
              <a:buNone/>
            </a:pPr>
            <a:endParaRPr lang="en-US" sz="2000" dirty="0"/>
          </a:p>
          <a:p>
            <a:pPr marL="0" indent="0">
              <a:buNone/>
            </a:pPr>
            <a:endParaRPr lang="en-US" sz="2000" dirty="0"/>
          </a:p>
          <a:p>
            <a:pPr>
              <a:buFont typeface="Wingdings" panose="05000000000000000000" pitchFamily="2" charset="2"/>
              <a:buChar char="q"/>
            </a:pPr>
            <a:r>
              <a:rPr lang="en-IN" sz="2000" b="1" dirty="0"/>
              <a:t>Definition</a:t>
            </a:r>
          </a:p>
          <a:p>
            <a:pPr marL="0" indent="0">
              <a:buNone/>
            </a:pPr>
            <a:r>
              <a:rPr lang="en-US" sz="2000" dirty="0"/>
              <a:t>An Interface Metaphor is a design technique that represents digital objects using familiar real-world concepts. It helps users interact with computers intuitively.</a:t>
            </a:r>
          </a:p>
          <a:p>
            <a:pPr marL="0" indent="0">
              <a:buNone/>
            </a:pPr>
            <a:endParaRPr lang="en-IN" sz="2400" dirty="0"/>
          </a:p>
        </p:txBody>
      </p:sp>
      <p:pic>
        <p:nvPicPr>
          <p:cNvPr id="6" name="Picture 2" descr="BU-Brainware University">
            <a:extLst>
              <a:ext uri="{FF2B5EF4-FFF2-40B4-BE49-F238E27FC236}">
                <a16:creationId xmlns:a16="http://schemas.microsoft.com/office/drawing/2014/main" id="{F459C476-1B02-D5A7-6538-30865D314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3020" y="0"/>
            <a:ext cx="1378980" cy="6677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and pushing a button on a touch screen interface. Interface metaphor stock images, royalty-free photos and pictures">
            <a:extLst>
              <a:ext uri="{FF2B5EF4-FFF2-40B4-BE49-F238E27FC236}">
                <a16:creationId xmlns:a16="http://schemas.microsoft.com/office/drawing/2014/main" id="{DEDF98F2-E890-B3B2-517F-CDD2D66FC3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001" y="1148037"/>
            <a:ext cx="3810000" cy="320992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B0779CD-E0B3-39B2-7ADF-946CACB6723E}"/>
              </a:ext>
            </a:extLst>
          </p:cNvPr>
          <p:cNvSpPr>
            <a:spLocks noChangeArrowheads="1"/>
          </p:cNvSpPr>
          <p:nvPr/>
        </p:nvSpPr>
        <p:spPr bwMode="auto">
          <a:xfrm>
            <a:off x="0" y="6354762"/>
            <a:ext cx="12191999" cy="503238"/>
          </a:xfrm>
          <a:prstGeom prst="rect">
            <a:avLst/>
          </a:prstGeom>
          <a:solidFill>
            <a:srgbClr val="92D05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b="1" dirty="0">
                <a:solidFill>
                  <a:schemeClr val="tx1">
                    <a:lumMod val="95000"/>
                    <a:lumOff val="5000"/>
                  </a:schemeClr>
                </a:solidFill>
              </a:rPr>
              <a:t>@</a:t>
            </a:r>
            <a:r>
              <a:rPr lang="en-IN" b="1" dirty="0"/>
              <a:t>HUMAN COMPUTER INTERACTION</a:t>
            </a:r>
            <a:endParaRPr lang="en-US" b="1" dirty="0">
              <a:solidFill>
                <a:schemeClr val="tx1">
                  <a:lumMod val="95000"/>
                  <a:lumOff val="5000"/>
                </a:schemeClr>
              </a:solidFill>
              <a:latin typeface="+mn-lt"/>
              <a:ea typeface="+mn-ea"/>
            </a:endParaRPr>
          </a:p>
        </p:txBody>
      </p:sp>
    </p:spTree>
    <p:extLst>
      <p:ext uri="{BB962C8B-B14F-4D97-AF65-F5344CB8AC3E}">
        <p14:creationId xmlns:p14="http://schemas.microsoft.com/office/powerpoint/2010/main" val="427121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B4BA9-0F2A-4A82-0B17-C4C2141121ED}"/>
              </a:ext>
            </a:extLst>
          </p:cNvPr>
          <p:cNvSpPr>
            <a:spLocks noGrp="1"/>
          </p:cNvSpPr>
          <p:nvPr>
            <p:ph type="title"/>
          </p:nvPr>
        </p:nvSpPr>
        <p:spPr>
          <a:xfrm>
            <a:off x="254000" y="131762"/>
            <a:ext cx="10515600" cy="549275"/>
          </a:xfrm>
        </p:spPr>
        <p:txBody>
          <a:bodyPr>
            <a:normAutofit/>
          </a:bodyPr>
          <a:lstStyle/>
          <a:p>
            <a:pPr marL="571500" indent="-571500">
              <a:buFont typeface="Wingdings" panose="05000000000000000000" pitchFamily="2" charset="2"/>
              <a:buChar char="v"/>
            </a:pPr>
            <a:r>
              <a:rPr lang="en-IN" sz="2800" b="1" dirty="0">
                <a:solidFill>
                  <a:schemeClr val="accent6"/>
                </a:solidFill>
              </a:rPr>
              <a:t>Examples of Interface Metaphors</a:t>
            </a:r>
            <a:endParaRPr lang="en-IN" sz="2800" b="1" dirty="0">
              <a:solidFill>
                <a:schemeClr val="accent6"/>
              </a:solidFill>
              <a:latin typeface="Centaur" panose="02030504050205020304" pitchFamily="18" charset="0"/>
              <a:ea typeface="Cascadia Mono SemiLight" panose="020B0609020000020004" pitchFamily="49" charset="0"/>
              <a:cs typeface="Cascadia Mono SemiLight" panose="020B0609020000020004" pitchFamily="49" charset="0"/>
            </a:endParaRPr>
          </a:p>
        </p:txBody>
      </p:sp>
      <p:sp>
        <p:nvSpPr>
          <p:cNvPr id="3" name="Content Placeholder 2">
            <a:extLst>
              <a:ext uri="{FF2B5EF4-FFF2-40B4-BE49-F238E27FC236}">
                <a16:creationId xmlns:a16="http://schemas.microsoft.com/office/drawing/2014/main" id="{BCB9CC4E-F633-C16C-295B-F517937D7E03}"/>
              </a:ext>
            </a:extLst>
          </p:cNvPr>
          <p:cNvSpPr>
            <a:spLocks noGrp="1"/>
          </p:cNvSpPr>
          <p:nvPr>
            <p:ph idx="1"/>
          </p:nvPr>
        </p:nvSpPr>
        <p:spPr>
          <a:xfrm>
            <a:off x="4250268" y="2234405"/>
            <a:ext cx="3344334" cy="3943880"/>
          </a:xfrm>
        </p:spPr>
        <p:txBody>
          <a:bodyPr>
            <a:normAutofit/>
          </a:bodyPr>
          <a:lstStyle/>
          <a:p>
            <a:pPr marL="0" indent="0">
              <a:buNone/>
            </a:pPr>
            <a:r>
              <a:rPr lang="en-IN" sz="2400" b="1" dirty="0"/>
              <a:t> Folder</a:t>
            </a:r>
          </a:p>
          <a:p>
            <a:pPr>
              <a:buFont typeface="Wingdings" panose="05000000000000000000" pitchFamily="2" charset="2"/>
              <a:buChar char="ü"/>
            </a:pPr>
            <a:r>
              <a:rPr lang="en-US" sz="2400" dirty="0"/>
              <a:t>A folder in a computer works like a paper folder used in offices.</a:t>
            </a:r>
          </a:p>
          <a:p>
            <a:pPr>
              <a:buFont typeface="Wingdings" panose="05000000000000000000" pitchFamily="2" charset="2"/>
              <a:buChar char="ü"/>
            </a:pPr>
            <a:r>
              <a:rPr lang="en-US" sz="2400" dirty="0"/>
              <a:t>It helps organize and store files in one place for easy access.</a:t>
            </a:r>
            <a:endParaRPr lang="en-IN" sz="2400" dirty="0"/>
          </a:p>
        </p:txBody>
      </p:sp>
      <p:pic>
        <p:nvPicPr>
          <p:cNvPr id="6" name="Picture 2" descr="BU-Brainware University">
            <a:extLst>
              <a:ext uri="{FF2B5EF4-FFF2-40B4-BE49-F238E27FC236}">
                <a16:creationId xmlns:a16="http://schemas.microsoft.com/office/drawing/2014/main" id="{B5141B3E-51C1-C274-5007-60481427D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3020" y="0"/>
            <a:ext cx="1378980" cy="66778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8A9EEB0B-6895-926F-E237-F9DAC463531C}"/>
              </a:ext>
            </a:extLst>
          </p:cNvPr>
          <p:cNvPicPr>
            <a:picLocks noChangeAspect="1"/>
          </p:cNvPicPr>
          <p:nvPr/>
        </p:nvPicPr>
        <p:blipFill>
          <a:blip r:embed="rId3"/>
          <a:stretch>
            <a:fillRect/>
          </a:stretch>
        </p:blipFill>
        <p:spPr>
          <a:xfrm>
            <a:off x="1325033" y="655634"/>
            <a:ext cx="1441450" cy="1441450"/>
          </a:xfrm>
          <a:prstGeom prst="rect">
            <a:avLst/>
          </a:prstGeom>
        </p:spPr>
      </p:pic>
      <p:pic>
        <p:nvPicPr>
          <p:cNvPr id="10" name="Picture 9">
            <a:extLst>
              <a:ext uri="{FF2B5EF4-FFF2-40B4-BE49-F238E27FC236}">
                <a16:creationId xmlns:a16="http://schemas.microsoft.com/office/drawing/2014/main" id="{47A9ACEE-6C25-E0FD-9419-74C367594923}"/>
              </a:ext>
            </a:extLst>
          </p:cNvPr>
          <p:cNvPicPr>
            <a:picLocks noChangeAspect="1"/>
          </p:cNvPicPr>
          <p:nvPr/>
        </p:nvPicPr>
        <p:blipFill>
          <a:blip r:embed="rId4"/>
          <a:stretch>
            <a:fillRect/>
          </a:stretch>
        </p:blipFill>
        <p:spPr>
          <a:xfrm>
            <a:off x="5193243" y="660927"/>
            <a:ext cx="1441451" cy="1441451"/>
          </a:xfrm>
          <a:prstGeom prst="rect">
            <a:avLst/>
          </a:prstGeom>
        </p:spPr>
      </p:pic>
      <p:sp>
        <p:nvSpPr>
          <p:cNvPr id="11" name="Content Placeholder 2">
            <a:extLst>
              <a:ext uri="{FF2B5EF4-FFF2-40B4-BE49-F238E27FC236}">
                <a16:creationId xmlns:a16="http://schemas.microsoft.com/office/drawing/2014/main" id="{06C2EB2E-9F3E-1B42-89FC-E0BD38B963C5}"/>
              </a:ext>
            </a:extLst>
          </p:cNvPr>
          <p:cNvSpPr txBox="1">
            <a:spLocks/>
          </p:cNvSpPr>
          <p:nvPr/>
        </p:nvSpPr>
        <p:spPr>
          <a:xfrm>
            <a:off x="373591" y="2082268"/>
            <a:ext cx="3344334" cy="391953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400" b="1" dirty="0"/>
              <a:t> Desktop </a:t>
            </a:r>
          </a:p>
          <a:p>
            <a:pPr>
              <a:buFont typeface="Wingdings" panose="05000000000000000000" pitchFamily="2" charset="2"/>
              <a:buChar char="ü"/>
            </a:pPr>
            <a:r>
              <a:rPr lang="en-US" sz="2400" dirty="0"/>
              <a:t>The computer screen looks like a real office desk where files and folders are placed.</a:t>
            </a:r>
          </a:p>
          <a:p>
            <a:pPr>
              <a:buFont typeface="Wingdings" panose="05000000000000000000" pitchFamily="2" charset="2"/>
              <a:buChar char="ü"/>
            </a:pPr>
            <a:r>
              <a:rPr lang="en-US" sz="2400" dirty="0"/>
              <a:t>Users can open, move, or organize items just like on a physical desk.</a:t>
            </a:r>
          </a:p>
          <a:p>
            <a:pPr>
              <a:buFont typeface="Wingdings" panose="05000000000000000000" pitchFamily="2" charset="2"/>
              <a:buChar char="ü"/>
            </a:pPr>
            <a:r>
              <a:rPr lang="en-US" sz="2400" dirty="0"/>
              <a:t>Used in operating systems like Microsoft Windows and macOS.</a:t>
            </a:r>
            <a:endParaRPr lang="en-IN" sz="2400" dirty="0"/>
          </a:p>
        </p:txBody>
      </p:sp>
      <p:pic>
        <p:nvPicPr>
          <p:cNvPr id="13" name="Picture 12">
            <a:extLst>
              <a:ext uri="{FF2B5EF4-FFF2-40B4-BE49-F238E27FC236}">
                <a16:creationId xmlns:a16="http://schemas.microsoft.com/office/drawing/2014/main" id="{89A0360E-DB79-54B4-6A42-84CCCE3998CA}"/>
              </a:ext>
            </a:extLst>
          </p:cNvPr>
          <p:cNvPicPr>
            <a:picLocks noChangeAspect="1"/>
          </p:cNvPicPr>
          <p:nvPr/>
        </p:nvPicPr>
        <p:blipFill>
          <a:blip r:embed="rId5"/>
          <a:stretch>
            <a:fillRect/>
          </a:stretch>
        </p:blipFill>
        <p:spPr>
          <a:xfrm>
            <a:off x="8713789" y="655634"/>
            <a:ext cx="1528234" cy="1528234"/>
          </a:xfrm>
          <a:prstGeom prst="rect">
            <a:avLst/>
          </a:prstGeom>
        </p:spPr>
      </p:pic>
      <p:sp>
        <p:nvSpPr>
          <p:cNvPr id="14" name="Content Placeholder 2">
            <a:extLst>
              <a:ext uri="{FF2B5EF4-FFF2-40B4-BE49-F238E27FC236}">
                <a16:creationId xmlns:a16="http://schemas.microsoft.com/office/drawing/2014/main" id="{357FA03C-2132-DF17-8905-D8FEEF2F524A}"/>
              </a:ext>
            </a:extLst>
          </p:cNvPr>
          <p:cNvSpPr txBox="1">
            <a:spLocks/>
          </p:cNvSpPr>
          <p:nvPr/>
        </p:nvSpPr>
        <p:spPr>
          <a:xfrm>
            <a:off x="8126945" y="2259539"/>
            <a:ext cx="3344334" cy="39438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400" b="1" dirty="0"/>
              <a:t> Recycle Bin / Trash</a:t>
            </a:r>
            <a:endParaRPr lang="en-US" sz="2400" b="1" dirty="0"/>
          </a:p>
          <a:p>
            <a:pPr>
              <a:buFont typeface="Wingdings" panose="05000000000000000000" pitchFamily="2" charset="2"/>
              <a:buChar char="ü"/>
            </a:pPr>
            <a:r>
              <a:rPr lang="en-US" sz="2400" dirty="0"/>
              <a:t>Works like a dustbin in real life.</a:t>
            </a:r>
          </a:p>
          <a:p>
            <a:pPr>
              <a:buFont typeface="Wingdings" panose="05000000000000000000" pitchFamily="2" charset="2"/>
              <a:buChar char="ü"/>
            </a:pPr>
            <a:r>
              <a:rPr lang="en-US" sz="2400" dirty="0"/>
              <a:t>When users delete a file, it goes to the Recycle Bin where it can be restored or permanently removed.</a:t>
            </a:r>
            <a:endParaRPr lang="en-IN" sz="2400" dirty="0"/>
          </a:p>
        </p:txBody>
      </p:sp>
      <p:graphicFrame>
        <p:nvGraphicFramePr>
          <p:cNvPr id="18" name="Table 17">
            <a:extLst>
              <a:ext uri="{FF2B5EF4-FFF2-40B4-BE49-F238E27FC236}">
                <a16:creationId xmlns:a16="http://schemas.microsoft.com/office/drawing/2014/main" id="{81F0E15C-45F9-AB51-6AAB-042D62D18315}"/>
              </a:ext>
            </a:extLst>
          </p:cNvPr>
          <p:cNvGraphicFramePr>
            <a:graphicFrameLocks noGrp="1"/>
          </p:cNvGraphicFramePr>
          <p:nvPr>
            <p:extLst>
              <p:ext uri="{D42A27DB-BD31-4B8C-83A1-F6EECF244321}">
                <p14:modId xmlns:p14="http://schemas.microsoft.com/office/powerpoint/2010/main" val="3089036554"/>
              </p:ext>
            </p:extLst>
          </p:nvPr>
        </p:nvGraphicFramePr>
        <p:xfrm>
          <a:off x="373591" y="2428345"/>
          <a:ext cx="3149600" cy="3556000"/>
        </p:xfrm>
        <a:graphic>
          <a:graphicData uri="http://schemas.openxmlformats.org/drawingml/2006/table">
            <a:tbl>
              <a:tblPr>
                <a:tableStyleId>{2D5ABB26-0587-4C30-8999-92F81FD0307C}</a:tableStyleId>
              </a:tblPr>
              <a:tblGrid>
                <a:gridCol w="3149600">
                  <a:extLst>
                    <a:ext uri="{9D8B030D-6E8A-4147-A177-3AD203B41FA5}">
                      <a16:colId xmlns:a16="http://schemas.microsoft.com/office/drawing/2014/main" val="2867118562"/>
                    </a:ext>
                  </a:extLst>
                </a:gridCol>
              </a:tblGrid>
              <a:tr h="3556000">
                <a:tc>
                  <a:txBody>
                    <a:bodyPr/>
                    <a:lstStyle/>
                    <a:p>
                      <a:endParaRPr lang="en-IN" dirty="0"/>
                    </a:p>
                  </a:txBody>
                  <a:tcPr/>
                </a:tc>
                <a:extLst>
                  <a:ext uri="{0D108BD9-81ED-4DB2-BD59-A6C34878D82A}">
                    <a16:rowId xmlns:a16="http://schemas.microsoft.com/office/drawing/2014/main" val="3146469512"/>
                  </a:ext>
                </a:extLst>
              </a:tr>
            </a:tbl>
          </a:graphicData>
        </a:graphic>
      </p:graphicFrame>
      <p:graphicFrame>
        <p:nvGraphicFramePr>
          <p:cNvPr id="19" name="Table 18">
            <a:extLst>
              <a:ext uri="{FF2B5EF4-FFF2-40B4-BE49-F238E27FC236}">
                <a16:creationId xmlns:a16="http://schemas.microsoft.com/office/drawing/2014/main" id="{58D5F8FC-25A2-F97E-9B78-7957E7B6ABEB}"/>
              </a:ext>
            </a:extLst>
          </p:cNvPr>
          <p:cNvGraphicFramePr>
            <a:graphicFrameLocks noGrp="1"/>
          </p:cNvGraphicFramePr>
          <p:nvPr/>
        </p:nvGraphicFramePr>
        <p:xfrm>
          <a:off x="4275667" y="2116667"/>
          <a:ext cx="3361266" cy="3962400"/>
        </p:xfrm>
        <a:graphic>
          <a:graphicData uri="http://schemas.openxmlformats.org/drawingml/2006/table">
            <a:tbl>
              <a:tblPr/>
              <a:tblGrid>
                <a:gridCol w="3361266">
                  <a:extLst>
                    <a:ext uri="{9D8B030D-6E8A-4147-A177-3AD203B41FA5}">
                      <a16:colId xmlns:a16="http://schemas.microsoft.com/office/drawing/2014/main" val="298682214"/>
                    </a:ext>
                  </a:extLst>
                </a:gridCol>
              </a:tblGrid>
              <a:tr h="3962400">
                <a:tc>
                  <a:txBody>
                    <a:bodyPr/>
                    <a:lstStyle/>
                    <a:p>
                      <a:endParaRPr lang="en-IN" dirty="0"/>
                    </a:p>
                  </a:txBody>
                  <a:tcPr>
                    <a:lnL w="12700" cmpd="sng">
                      <a:solidFill>
                        <a:schemeClr val="tx1"/>
                      </a:solidFill>
                      <a:prstDash val="sysDash"/>
                    </a:lnL>
                    <a:lnR w="12700" cmpd="sng">
                      <a:solidFill>
                        <a:schemeClr val="tx1"/>
                      </a:solidFill>
                      <a:prstDash val="sysDash"/>
                    </a:lnR>
                    <a:lnT w="12700" cmpd="sng">
                      <a:solidFill>
                        <a:schemeClr val="tx1"/>
                      </a:solidFill>
                      <a:prstDash val="sysDash"/>
                    </a:lnT>
                    <a:lnB w="12700" cmpd="sng">
                      <a:solidFill>
                        <a:schemeClr val="tx1"/>
                      </a:solidFill>
                      <a:prstDash val="sysDash"/>
                    </a:lnB>
                  </a:tcPr>
                </a:tc>
                <a:extLst>
                  <a:ext uri="{0D108BD9-81ED-4DB2-BD59-A6C34878D82A}">
                    <a16:rowId xmlns:a16="http://schemas.microsoft.com/office/drawing/2014/main" val="1567039084"/>
                  </a:ext>
                </a:extLst>
              </a:tr>
            </a:tbl>
          </a:graphicData>
        </a:graphic>
      </p:graphicFrame>
      <p:graphicFrame>
        <p:nvGraphicFramePr>
          <p:cNvPr id="20" name="Table 19">
            <a:extLst>
              <a:ext uri="{FF2B5EF4-FFF2-40B4-BE49-F238E27FC236}">
                <a16:creationId xmlns:a16="http://schemas.microsoft.com/office/drawing/2014/main" id="{C0755451-12F2-9D09-AC73-F3EABF7B3306}"/>
              </a:ext>
            </a:extLst>
          </p:cNvPr>
          <p:cNvGraphicFramePr>
            <a:graphicFrameLocks noGrp="1"/>
          </p:cNvGraphicFramePr>
          <p:nvPr>
            <p:extLst>
              <p:ext uri="{D42A27DB-BD31-4B8C-83A1-F6EECF244321}">
                <p14:modId xmlns:p14="http://schemas.microsoft.com/office/powerpoint/2010/main" val="3426121696"/>
              </p:ext>
            </p:extLst>
          </p:nvPr>
        </p:nvGraphicFramePr>
        <p:xfrm>
          <a:off x="356659" y="2116667"/>
          <a:ext cx="3361266" cy="3962400"/>
        </p:xfrm>
        <a:graphic>
          <a:graphicData uri="http://schemas.openxmlformats.org/drawingml/2006/table">
            <a:tbl>
              <a:tblPr/>
              <a:tblGrid>
                <a:gridCol w="3361266">
                  <a:extLst>
                    <a:ext uri="{9D8B030D-6E8A-4147-A177-3AD203B41FA5}">
                      <a16:colId xmlns:a16="http://schemas.microsoft.com/office/drawing/2014/main" val="298682214"/>
                    </a:ext>
                  </a:extLst>
                </a:gridCol>
              </a:tblGrid>
              <a:tr h="3962400">
                <a:tc>
                  <a:txBody>
                    <a:bodyPr/>
                    <a:lstStyle/>
                    <a:p>
                      <a:endParaRPr lang="en-IN" dirty="0"/>
                    </a:p>
                  </a:txBody>
                  <a:tcPr>
                    <a:lnL w="12700" cmpd="sng">
                      <a:solidFill>
                        <a:schemeClr val="tx1"/>
                      </a:solidFill>
                      <a:prstDash val="sysDash"/>
                    </a:lnL>
                    <a:lnR w="12700" cmpd="sng">
                      <a:solidFill>
                        <a:schemeClr val="tx1"/>
                      </a:solidFill>
                      <a:prstDash val="sysDash"/>
                    </a:lnR>
                    <a:lnT w="12700" cmpd="sng">
                      <a:solidFill>
                        <a:schemeClr val="tx1"/>
                      </a:solidFill>
                      <a:prstDash val="sysDash"/>
                    </a:lnT>
                    <a:lnB w="12700" cmpd="sng">
                      <a:solidFill>
                        <a:schemeClr val="tx1"/>
                      </a:solidFill>
                      <a:prstDash val="sysDash"/>
                    </a:lnB>
                  </a:tcPr>
                </a:tc>
                <a:extLst>
                  <a:ext uri="{0D108BD9-81ED-4DB2-BD59-A6C34878D82A}">
                    <a16:rowId xmlns:a16="http://schemas.microsoft.com/office/drawing/2014/main" val="1567039084"/>
                  </a:ext>
                </a:extLst>
              </a:tr>
            </a:tbl>
          </a:graphicData>
        </a:graphic>
      </p:graphicFrame>
      <p:graphicFrame>
        <p:nvGraphicFramePr>
          <p:cNvPr id="21" name="Table 20">
            <a:extLst>
              <a:ext uri="{FF2B5EF4-FFF2-40B4-BE49-F238E27FC236}">
                <a16:creationId xmlns:a16="http://schemas.microsoft.com/office/drawing/2014/main" id="{EC8E274C-A0D8-5A9F-4E1A-593016FA25BF}"/>
              </a:ext>
            </a:extLst>
          </p:cNvPr>
          <p:cNvGraphicFramePr>
            <a:graphicFrameLocks noGrp="1"/>
          </p:cNvGraphicFramePr>
          <p:nvPr>
            <p:extLst>
              <p:ext uri="{D42A27DB-BD31-4B8C-83A1-F6EECF244321}">
                <p14:modId xmlns:p14="http://schemas.microsoft.com/office/powerpoint/2010/main" val="1932787415"/>
              </p:ext>
            </p:extLst>
          </p:nvPr>
        </p:nvGraphicFramePr>
        <p:xfrm>
          <a:off x="8110013" y="2116667"/>
          <a:ext cx="3361266" cy="3962400"/>
        </p:xfrm>
        <a:graphic>
          <a:graphicData uri="http://schemas.openxmlformats.org/drawingml/2006/table">
            <a:tbl>
              <a:tblPr/>
              <a:tblGrid>
                <a:gridCol w="3361266">
                  <a:extLst>
                    <a:ext uri="{9D8B030D-6E8A-4147-A177-3AD203B41FA5}">
                      <a16:colId xmlns:a16="http://schemas.microsoft.com/office/drawing/2014/main" val="298682214"/>
                    </a:ext>
                  </a:extLst>
                </a:gridCol>
              </a:tblGrid>
              <a:tr h="3962400">
                <a:tc>
                  <a:txBody>
                    <a:bodyPr/>
                    <a:lstStyle/>
                    <a:p>
                      <a:endParaRPr lang="en-IN" dirty="0"/>
                    </a:p>
                  </a:txBody>
                  <a:tcPr>
                    <a:lnL w="12700" cmpd="sng">
                      <a:solidFill>
                        <a:schemeClr val="tx1"/>
                      </a:solidFill>
                      <a:prstDash val="sysDash"/>
                    </a:lnL>
                    <a:lnR w="12700" cmpd="sng">
                      <a:solidFill>
                        <a:schemeClr val="tx1"/>
                      </a:solidFill>
                      <a:prstDash val="sysDash"/>
                    </a:lnR>
                    <a:lnT w="12700" cmpd="sng">
                      <a:solidFill>
                        <a:schemeClr val="tx1"/>
                      </a:solidFill>
                      <a:prstDash val="sysDash"/>
                    </a:lnT>
                    <a:lnB w="12700" cmpd="sng">
                      <a:solidFill>
                        <a:schemeClr val="tx1"/>
                      </a:solidFill>
                      <a:prstDash val="sysDash"/>
                    </a:lnB>
                  </a:tcPr>
                </a:tc>
                <a:extLst>
                  <a:ext uri="{0D108BD9-81ED-4DB2-BD59-A6C34878D82A}">
                    <a16:rowId xmlns:a16="http://schemas.microsoft.com/office/drawing/2014/main" val="1567039084"/>
                  </a:ext>
                </a:extLst>
              </a:tr>
            </a:tbl>
          </a:graphicData>
        </a:graphic>
      </p:graphicFrame>
      <p:sp>
        <p:nvSpPr>
          <p:cNvPr id="22" name="Rectangle 21">
            <a:extLst>
              <a:ext uri="{FF2B5EF4-FFF2-40B4-BE49-F238E27FC236}">
                <a16:creationId xmlns:a16="http://schemas.microsoft.com/office/drawing/2014/main" id="{445884BE-0319-F7E9-302F-A75D78808759}"/>
              </a:ext>
            </a:extLst>
          </p:cNvPr>
          <p:cNvSpPr>
            <a:spLocks noChangeArrowheads="1"/>
          </p:cNvSpPr>
          <p:nvPr/>
        </p:nvSpPr>
        <p:spPr bwMode="auto">
          <a:xfrm>
            <a:off x="0" y="6354762"/>
            <a:ext cx="12191999" cy="503238"/>
          </a:xfrm>
          <a:prstGeom prst="rect">
            <a:avLst/>
          </a:prstGeom>
          <a:solidFill>
            <a:srgbClr val="92D05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b="1" dirty="0">
                <a:solidFill>
                  <a:schemeClr val="tx1">
                    <a:lumMod val="95000"/>
                    <a:lumOff val="5000"/>
                  </a:schemeClr>
                </a:solidFill>
              </a:rPr>
              <a:t>@</a:t>
            </a:r>
            <a:r>
              <a:rPr lang="en-IN" b="1" dirty="0"/>
              <a:t>HUMAN COMPUTER INTERACTION</a:t>
            </a:r>
            <a:endParaRPr lang="en-US" b="1" dirty="0">
              <a:solidFill>
                <a:schemeClr val="tx1">
                  <a:lumMod val="95000"/>
                  <a:lumOff val="5000"/>
                </a:schemeClr>
              </a:solidFill>
              <a:latin typeface="+mn-lt"/>
              <a:ea typeface="+mn-ea"/>
            </a:endParaRPr>
          </a:p>
        </p:txBody>
      </p:sp>
    </p:spTree>
    <p:extLst>
      <p:ext uri="{BB962C8B-B14F-4D97-AF65-F5344CB8AC3E}">
        <p14:creationId xmlns:p14="http://schemas.microsoft.com/office/powerpoint/2010/main" val="1184349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0EE3-A10D-DFD5-2FE5-C140970BA3E5}"/>
              </a:ext>
            </a:extLst>
          </p:cNvPr>
          <p:cNvSpPr>
            <a:spLocks noGrp="1"/>
          </p:cNvSpPr>
          <p:nvPr>
            <p:ph type="title"/>
          </p:nvPr>
        </p:nvSpPr>
        <p:spPr>
          <a:xfrm>
            <a:off x="118533" y="89429"/>
            <a:ext cx="10515600" cy="591608"/>
          </a:xfrm>
        </p:spPr>
        <p:txBody>
          <a:bodyPr>
            <a:normAutofit/>
          </a:bodyPr>
          <a:lstStyle/>
          <a:p>
            <a:pPr marL="457200" indent="-457200">
              <a:buFont typeface="Wingdings" panose="05000000000000000000" pitchFamily="2" charset="2"/>
              <a:buChar char="v"/>
            </a:pPr>
            <a:r>
              <a:rPr lang="en-IN" sz="2800" b="1" dirty="0">
                <a:solidFill>
                  <a:schemeClr val="accent6"/>
                </a:solidFill>
              </a:rPr>
              <a:t>Types of Interface Metaphors</a:t>
            </a:r>
            <a:endParaRPr lang="en-IN" sz="2800" b="1" dirty="0">
              <a:solidFill>
                <a:schemeClr val="accent6"/>
              </a:solidFill>
              <a:latin typeface="Century" panose="02040604050505020304" pitchFamily="18" charset="0"/>
            </a:endParaRPr>
          </a:p>
        </p:txBody>
      </p:sp>
      <p:sp>
        <p:nvSpPr>
          <p:cNvPr id="3" name="Content Placeholder 2">
            <a:extLst>
              <a:ext uri="{FF2B5EF4-FFF2-40B4-BE49-F238E27FC236}">
                <a16:creationId xmlns:a16="http://schemas.microsoft.com/office/drawing/2014/main" id="{260391D9-4F8B-C53F-5EA6-67FABF6A0FE8}"/>
              </a:ext>
            </a:extLst>
          </p:cNvPr>
          <p:cNvSpPr>
            <a:spLocks noGrp="1"/>
          </p:cNvSpPr>
          <p:nvPr>
            <p:ph idx="1"/>
          </p:nvPr>
        </p:nvSpPr>
        <p:spPr>
          <a:xfrm>
            <a:off x="364068" y="1555082"/>
            <a:ext cx="3843866" cy="4351338"/>
          </a:xfrm>
        </p:spPr>
        <p:txBody>
          <a:bodyPr>
            <a:normAutofit/>
          </a:bodyPr>
          <a:lstStyle/>
          <a:p>
            <a:pPr marL="0" indent="0" algn="ctr">
              <a:buNone/>
            </a:pPr>
            <a:r>
              <a:rPr lang="en-US" sz="2400" b="1" dirty="0">
                <a:solidFill>
                  <a:schemeClr val="accent6"/>
                </a:solidFill>
                <a:highlight>
                  <a:srgbClr val="FFFF00"/>
                </a:highlight>
              </a:rPr>
              <a:t>1. Desktop Metaphor</a:t>
            </a:r>
          </a:p>
          <a:p>
            <a:r>
              <a:rPr lang="en-US" sz="2000" dirty="0"/>
              <a:t>The computer interface is designed like a </a:t>
            </a:r>
            <a:r>
              <a:rPr lang="en-US" sz="2000" b="1" dirty="0"/>
              <a:t>real office desk</a:t>
            </a:r>
            <a:r>
              <a:rPr lang="en-US" sz="2000" dirty="0"/>
              <a:t>.</a:t>
            </a:r>
          </a:p>
          <a:p>
            <a:r>
              <a:rPr lang="en-US" sz="2000" dirty="0"/>
              <a:t>Users see </a:t>
            </a:r>
            <a:r>
              <a:rPr lang="en-US" sz="2000" b="1" dirty="0"/>
              <a:t>icons, folders, and files</a:t>
            </a:r>
            <a:r>
              <a:rPr lang="en-US" sz="2000" dirty="0"/>
              <a:t> placed on the desktop.</a:t>
            </a:r>
          </a:p>
          <a:p>
            <a:r>
              <a:rPr lang="en-US" sz="2000" dirty="0"/>
              <a:t>They can open, move, or organize items similar to handling papers on a desk.</a:t>
            </a:r>
          </a:p>
          <a:p>
            <a:r>
              <a:rPr lang="en-US" sz="2000" dirty="0"/>
              <a:t>This metaphor is widely used in operating systems like </a:t>
            </a:r>
            <a:r>
              <a:rPr lang="en-US" sz="2000" b="1" dirty="0"/>
              <a:t>Microsoft Windows</a:t>
            </a:r>
            <a:r>
              <a:rPr lang="en-US" sz="2000" dirty="0"/>
              <a:t> and </a:t>
            </a:r>
            <a:r>
              <a:rPr lang="en-US" sz="2000" b="1" dirty="0"/>
              <a:t>macOS</a:t>
            </a:r>
            <a:r>
              <a:rPr lang="en-US" sz="2000" dirty="0"/>
              <a:t>.</a:t>
            </a:r>
          </a:p>
          <a:p>
            <a:endParaRPr lang="en-IN" sz="2000" dirty="0"/>
          </a:p>
        </p:txBody>
      </p:sp>
      <p:pic>
        <p:nvPicPr>
          <p:cNvPr id="6" name="Picture 2" descr="BU-Brainware University">
            <a:extLst>
              <a:ext uri="{FF2B5EF4-FFF2-40B4-BE49-F238E27FC236}">
                <a16:creationId xmlns:a16="http://schemas.microsoft.com/office/drawing/2014/main" id="{5E6410FD-DA32-0250-212E-19AA72E3F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3020" y="0"/>
            <a:ext cx="1378980" cy="667787"/>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03215EED-3D99-689B-D245-FD01F1BB70F4}"/>
              </a:ext>
            </a:extLst>
          </p:cNvPr>
          <p:cNvSpPr txBox="1">
            <a:spLocks/>
          </p:cNvSpPr>
          <p:nvPr/>
        </p:nvSpPr>
        <p:spPr>
          <a:xfrm>
            <a:off x="4461934" y="1555082"/>
            <a:ext cx="3555999" cy="45209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solidFill>
                  <a:schemeClr val="accent6"/>
                </a:solidFill>
                <a:highlight>
                  <a:srgbClr val="FFFF00"/>
                </a:highlight>
              </a:rPr>
              <a:t> 2. </a:t>
            </a:r>
            <a:r>
              <a:rPr lang="en-US" sz="2400" b="1" dirty="0">
                <a:solidFill>
                  <a:schemeClr val="accent6"/>
                </a:solidFill>
                <a:highlight>
                  <a:srgbClr val="FFFF00"/>
                </a:highlight>
              </a:rPr>
              <a:t>Document Metaphor</a:t>
            </a:r>
          </a:p>
          <a:p>
            <a:r>
              <a:rPr lang="en-US" sz="2000" dirty="0"/>
              <a:t>Digital documents behave like </a:t>
            </a:r>
            <a:r>
              <a:rPr lang="en-US" sz="2000" b="1" dirty="0"/>
              <a:t>real paper documents</a:t>
            </a:r>
            <a:r>
              <a:rPr lang="en-US" sz="2000" dirty="0"/>
              <a:t>.</a:t>
            </a:r>
          </a:p>
          <a:p>
            <a:r>
              <a:rPr lang="en-US" sz="2000" dirty="0"/>
              <a:t>Users can </a:t>
            </a:r>
            <a:r>
              <a:rPr lang="en-US" sz="2000" b="1" dirty="0"/>
              <a:t>open, edit, save, and print</a:t>
            </a:r>
            <a:r>
              <a:rPr lang="en-US" sz="2000" dirty="0"/>
              <a:t> documents.</a:t>
            </a:r>
          </a:p>
          <a:p>
            <a:r>
              <a:rPr lang="en-US" sz="2000" dirty="0"/>
              <a:t>It helps users easily understand how to manage files.</a:t>
            </a:r>
          </a:p>
          <a:p>
            <a:r>
              <a:rPr lang="en-US" sz="2000" dirty="0"/>
              <a:t>Example: Creating and editing documents in </a:t>
            </a:r>
            <a:r>
              <a:rPr lang="en-US" sz="2000" b="1" dirty="0"/>
              <a:t>Microsoft Word</a:t>
            </a:r>
            <a:r>
              <a:rPr lang="en-US" sz="2000" dirty="0"/>
              <a:t>.</a:t>
            </a:r>
          </a:p>
          <a:p>
            <a:endParaRPr lang="en-IN" sz="2000" dirty="0"/>
          </a:p>
        </p:txBody>
      </p:sp>
      <p:sp>
        <p:nvSpPr>
          <p:cNvPr id="8" name="Content Placeholder 2">
            <a:extLst>
              <a:ext uri="{FF2B5EF4-FFF2-40B4-BE49-F238E27FC236}">
                <a16:creationId xmlns:a16="http://schemas.microsoft.com/office/drawing/2014/main" id="{4A583843-A5EB-C7F3-0580-BDB486EB5495}"/>
              </a:ext>
            </a:extLst>
          </p:cNvPr>
          <p:cNvSpPr txBox="1">
            <a:spLocks/>
          </p:cNvSpPr>
          <p:nvPr/>
        </p:nvSpPr>
        <p:spPr>
          <a:xfrm>
            <a:off x="8271933" y="1555082"/>
            <a:ext cx="3555999" cy="45209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dirty="0"/>
              <a:t> </a:t>
            </a:r>
            <a:r>
              <a:rPr lang="en-US" sz="2000" b="1" dirty="0">
                <a:solidFill>
                  <a:schemeClr val="accent6"/>
                </a:solidFill>
                <a:highlight>
                  <a:srgbClr val="FFFF00"/>
                </a:highlight>
              </a:rPr>
              <a:t>3. Shopping Cart Metaphor</a:t>
            </a:r>
          </a:p>
          <a:p>
            <a:r>
              <a:rPr lang="en-US" sz="2000" dirty="0"/>
              <a:t>Used in </a:t>
            </a:r>
            <a:r>
              <a:rPr lang="en-US" sz="2000" b="1" dirty="0"/>
              <a:t>e-commerce websites and mobile apps</a:t>
            </a:r>
            <a:r>
              <a:rPr lang="en-US" sz="2000" dirty="0"/>
              <a:t>.</a:t>
            </a:r>
          </a:p>
          <a:p>
            <a:r>
              <a:rPr lang="en-US" sz="2000" dirty="0"/>
              <a:t>Users add products to a </a:t>
            </a:r>
            <a:r>
              <a:rPr lang="en-US" sz="2000" b="1" dirty="0"/>
              <a:t>virtual shopping cart</a:t>
            </a:r>
            <a:r>
              <a:rPr lang="en-US" sz="2000" dirty="0"/>
              <a:t> before purchasing.</a:t>
            </a:r>
          </a:p>
          <a:p>
            <a:r>
              <a:rPr lang="en-US" sz="2000" dirty="0"/>
              <a:t>Similar to placing items in a trolley while shopping in a supermarket.</a:t>
            </a:r>
          </a:p>
          <a:p>
            <a:r>
              <a:rPr lang="en-US" sz="2000" dirty="0"/>
              <a:t>Example: Online shopping apps like </a:t>
            </a:r>
            <a:r>
              <a:rPr lang="en-US" sz="2000" b="1" dirty="0"/>
              <a:t>Amazon Shopping</a:t>
            </a:r>
            <a:r>
              <a:rPr lang="en-US" sz="2000" dirty="0"/>
              <a:t>.</a:t>
            </a:r>
          </a:p>
          <a:p>
            <a:endParaRPr lang="en-IN" sz="2000" dirty="0"/>
          </a:p>
        </p:txBody>
      </p:sp>
      <p:pic>
        <p:nvPicPr>
          <p:cNvPr id="9" name="Picture 8">
            <a:extLst>
              <a:ext uri="{FF2B5EF4-FFF2-40B4-BE49-F238E27FC236}">
                <a16:creationId xmlns:a16="http://schemas.microsoft.com/office/drawing/2014/main" id="{9D97CE89-B14B-E665-3AB5-433F079F91EB}"/>
              </a:ext>
            </a:extLst>
          </p:cNvPr>
          <p:cNvPicPr>
            <a:picLocks noChangeAspect="1"/>
          </p:cNvPicPr>
          <p:nvPr/>
        </p:nvPicPr>
        <p:blipFill>
          <a:blip r:embed="rId3"/>
          <a:stretch>
            <a:fillRect/>
          </a:stretch>
        </p:blipFill>
        <p:spPr>
          <a:xfrm>
            <a:off x="5604932" y="530019"/>
            <a:ext cx="982133" cy="982133"/>
          </a:xfrm>
          <a:prstGeom prst="rect">
            <a:avLst/>
          </a:prstGeom>
        </p:spPr>
      </p:pic>
      <p:pic>
        <p:nvPicPr>
          <p:cNvPr id="10" name="Picture 9">
            <a:extLst>
              <a:ext uri="{FF2B5EF4-FFF2-40B4-BE49-F238E27FC236}">
                <a16:creationId xmlns:a16="http://schemas.microsoft.com/office/drawing/2014/main" id="{F5ADC6EE-E993-24A7-E23D-E336575834F7}"/>
              </a:ext>
            </a:extLst>
          </p:cNvPr>
          <p:cNvPicPr>
            <a:picLocks noChangeAspect="1"/>
          </p:cNvPicPr>
          <p:nvPr/>
        </p:nvPicPr>
        <p:blipFill>
          <a:blip r:embed="rId4"/>
          <a:stretch>
            <a:fillRect/>
          </a:stretch>
        </p:blipFill>
        <p:spPr>
          <a:xfrm>
            <a:off x="1691747" y="501126"/>
            <a:ext cx="1237720" cy="989045"/>
          </a:xfrm>
          <a:prstGeom prst="rect">
            <a:avLst/>
          </a:prstGeom>
        </p:spPr>
      </p:pic>
      <p:pic>
        <p:nvPicPr>
          <p:cNvPr id="4098" name="Picture 2" descr="Shopping cart notification icon. Containing cart, shopping, shopping bags,  ecommerce, buy.">
            <a:extLst>
              <a:ext uri="{FF2B5EF4-FFF2-40B4-BE49-F238E27FC236}">
                <a16:creationId xmlns:a16="http://schemas.microsoft.com/office/drawing/2014/main" id="{5C70035B-66C7-80EA-0DCF-CFA755A033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61833" y="369190"/>
            <a:ext cx="1372300" cy="114296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A2D38EB6-8B1C-AC17-0571-8D9A1CBC5C5B}"/>
              </a:ext>
            </a:extLst>
          </p:cNvPr>
          <p:cNvSpPr>
            <a:spLocks noChangeArrowheads="1"/>
          </p:cNvSpPr>
          <p:nvPr/>
        </p:nvSpPr>
        <p:spPr bwMode="auto">
          <a:xfrm>
            <a:off x="0" y="6354762"/>
            <a:ext cx="12191999" cy="503238"/>
          </a:xfrm>
          <a:prstGeom prst="rect">
            <a:avLst/>
          </a:prstGeom>
          <a:solidFill>
            <a:srgbClr val="92D05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b="1" dirty="0">
                <a:solidFill>
                  <a:schemeClr val="tx1">
                    <a:lumMod val="95000"/>
                    <a:lumOff val="5000"/>
                  </a:schemeClr>
                </a:solidFill>
              </a:rPr>
              <a:t>@</a:t>
            </a:r>
            <a:r>
              <a:rPr lang="en-IN" b="1" dirty="0"/>
              <a:t>HUMAN COMPUTER INTERACTION</a:t>
            </a:r>
            <a:endParaRPr lang="en-US" b="1" dirty="0">
              <a:solidFill>
                <a:schemeClr val="tx1">
                  <a:lumMod val="95000"/>
                  <a:lumOff val="5000"/>
                </a:schemeClr>
              </a:solidFill>
              <a:latin typeface="+mn-lt"/>
              <a:ea typeface="+mn-ea"/>
            </a:endParaRPr>
          </a:p>
        </p:txBody>
      </p:sp>
      <p:graphicFrame>
        <p:nvGraphicFramePr>
          <p:cNvPr id="12" name="Table 11">
            <a:extLst>
              <a:ext uri="{FF2B5EF4-FFF2-40B4-BE49-F238E27FC236}">
                <a16:creationId xmlns:a16="http://schemas.microsoft.com/office/drawing/2014/main" id="{616AA3DC-08A9-7274-D62A-52C8878C5202}"/>
              </a:ext>
            </a:extLst>
          </p:cNvPr>
          <p:cNvGraphicFramePr>
            <a:graphicFrameLocks noGrp="1"/>
          </p:cNvGraphicFramePr>
          <p:nvPr>
            <p:extLst>
              <p:ext uri="{D42A27DB-BD31-4B8C-83A1-F6EECF244321}">
                <p14:modId xmlns:p14="http://schemas.microsoft.com/office/powerpoint/2010/main" val="3218785267"/>
              </p:ext>
            </p:extLst>
          </p:nvPr>
        </p:nvGraphicFramePr>
        <p:xfrm>
          <a:off x="364068" y="1447800"/>
          <a:ext cx="3771902" cy="4458620"/>
        </p:xfrm>
        <a:graphic>
          <a:graphicData uri="http://schemas.openxmlformats.org/drawingml/2006/table">
            <a:tbl>
              <a:tblPr/>
              <a:tblGrid>
                <a:gridCol w="3771902">
                  <a:extLst>
                    <a:ext uri="{9D8B030D-6E8A-4147-A177-3AD203B41FA5}">
                      <a16:colId xmlns:a16="http://schemas.microsoft.com/office/drawing/2014/main" val="298682214"/>
                    </a:ext>
                  </a:extLst>
                </a:gridCol>
              </a:tblGrid>
              <a:tr h="4458620">
                <a:tc>
                  <a:txBody>
                    <a:bodyPr/>
                    <a:lstStyle/>
                    <a:p>
                      <a:endParaRPr lang="en-IN" dirty="0"/>
                    </a:p>
                  </a:txBody>
                  <a:tcPr>
                    <a:lnL w="12700" cmpd="sng">
                      <a:solidFill>
                        <a:schemeClr val="tx1"/>
                      </a:solidFill>
                      <a:prstDash val="sysDash"/>
                    </a:lnL>
                    <a:lnR w="12700" cmpd="sng">
                      <a:solidFill>
                        <a:schemeClr val="tx1"/>
                      </a:solidFill>
                      <a:prstDash val="sysDash"/>
                    </a:lnR>
                    <a:lnT w="12700" cmpd="sng">
                      <a:solidFill>
                        <a:schemeClr val="tx1"/>
                      </a:solidFill>
                      <a:prstDash val="sysDash"/>
                    </a:lnT>
                    <a:lnB w="12700" cmpd="sng">
                      <a:solidFill>
                        <a:schemeClr val="tx1"/>
                      </a:solidFill>
                      <a:prstDash val="sysDash"/>
                    </a:lnB>
                  </a:tcPr>
                </a:tc>
                <a:extLst>
                  <a:ext uri="{0D108BD9-81ED-4DB2-BD59-A6C34878D82A}">
                    <a16:rowId xmlns:a16="http://schemas.microsoft.com/office/drawing/2014/main" val="1567039084"/>
                  </a:ext>
                </a:extLst>
              </a:tr>
            </a:tbl>
          </a:graphicData>
        </a:graphic>
      </p:graphicFrame>
      <p:graphicFrame>
        <p:nvGraphicFramePr>
          <p:cNvPr id="13" name="Table 12">
            <a:extLst>
              <a:ext uri="{FF2B5EF4-FFF2-40B4-BE49-F238E27FC236}">
                <a16:creationId xmlns:a16="http://schemas.microsoft.com/office/drawing/2014/main" id="{EA948847-C447-BAD8-C348-3B70792DD273}"/>
              </a:ext>
            </a:extLst>
          </p:cNvPr>
          <p:cNvGraphicFramePr>
            <a:graphicFrameLocks noGrp="1"/>
          </p:cNvGraphicFramePr>
          <p:nvPr>
            <p:extLst>
              <p:ext uri="{D42A27DB-BD31-4B8C-83A1-F6EECF244321}">
                <p14:modId xmlns:p14="http://schemas.microsoft.com/office/powerpoint/2010/main" val="994777042"/>
              </p:ext>
            </p:extLst>
          </p:nvPr>
        </p:nvGraphicFramePr>
        <p:xfrm>
          <a:off x="4284130" y="1439333"/>
          <a:ext cx="3771902" cy="4458620"/>
        </p:xfrm>
        <a:graphic>
          <a:graphicData uri="http://schemas.openxmlformats.org/drawingml/2006/table">
            <a:tbl>
              <a:tblPr/>
              <a:tblGrid>
                <a:gridCol w="3771902">
                  <a:extLst>
                    <a:ext uri="{9D8B030D-6E8A-4147-A177-3AD203B41FA5}">
                      <a16:colId xmlns:a16="http://schemas.microsoft.com/office/drawing/2014/main" val="298682214"/>
                    </a:ext>
                  </a:extLst>
                </a:gridCol>
              </a:tblGrid>
              <a:tr h="4458620">
                <a:tc>
                  <a:txBody>
                    <a:bodyPr/>
                    <a:lstStyle/>
                    <a:p>
                      <a:endParaRPr lang="en-IN" dirty="0"/>
                    </a:p>
                  </a:txBody>
                  <a:tcPr>
                    <a:lnL w="12700" cmpd="sng">
                      <a:solidFill>
                        <a:schemeClr val="tx1"/>
                      </a:solidFill>
                      <a:prstDash val="sysDash"/>
                    </a:lnL>
                    <a:lnR w="12700" cmpd="sng">
                      <a:solidFill>
                        <a:schemeClr val="tx1"/>
                      </a:solidFill>
                      <a:prstDash val="sysDash"/>
                    </a:lnR>
                    <a:lnT w="12700" cmpd="sng">
                      <a:solidFill>
                        <a:schemeClr val="tx1"/>
                      </a:solidFill>
                      <a:prstDash val="sysDash"/>
                    </a:lnT>
                    <a:lnB w="12700" cmpd="sng">
                      <a:solidFill>
                        <a:schemeClr val="tx1"/>
                      </a:solidFill>
                      <a:prstDash val="sysDash"/>
                    </a:lnB>
                  </a:tcPr>
                </a:tc>
                <a:extLst>
                  <a:ext uri="{0D108BD9-81ED-4DB2-BD59-A6C34878D82A}">
                    <a16:rowId xmlns:a16="http://schemas.microsoft.com/office/drawing/2014/main" val="1567039084"/>
                  </a:ext>
                </a:extLst>
              </a:tr>
            </a:tbl>
          </a:graphicData>
        </a:graphic>
      </p:graphicFrame>
      <p:graphicFrame>
        <p:nvGraphicFramePr>
          <p:cNvPr id="14" name="Table 13">
            <a:extLst>
              <a:ext uri="{FF2B5EF4-FFF2-40B4-BE49-F238E27FC236}">
                <a16:creationId xmlns:a16="http://schemas.microsoft.com/office/drawing/2014/main" id="{35322DF0-6754-BC56-6535-E2DAEBEC3F4E}"/>
              </a:ext>
            </a:extLst>
          </p:cNvPr>
          <p:cNvGraphicFramePr>
            <a:graphicFrameLocks noGrp="1"/>
          </p:cNvGraphicFramePr>
          <p:nvPr>
            <p:extLst>
              <p:ext uri="{D42A27DB-BD31-4B8C-83A1-F6EECF244321}">
                <p14:modId xmlns:p14="http://schemas.microsoft.com/office/powerpoint/2010/main" val="639428420"/>
              </p:ext>
            </p:extLst>
          </p:nvPr>
        </p:nvGraphicFramePr>
        <p:xfrm>
          <a:off x="8204192" y="1439333"/>
          <a:ext cx="3771902" cy="4458620"/>
        </p:xfrm>
        <a:graphic>
          <a:graphicData uri="http://schemas.openxmlformats.org/drawingml/2006/table">
            <a:tbl>
              <a:tblPr/>
              <a:tblGrid>
                <a:gridCol w="3771902">
                  <a:extLst>
                    <a:ext uri="{9D8B030D-6E8A-4147-A177-3AD203B41FA5}">
                      <a16:colId xmlns:a16="http://schemas.microsoft.com/office/drawing/2014/main" val="298682214"/>
                    </a:ext>
                  </a:extLst>
                </a:gridCol>
              </a:tblGrid>
              <a:tr h="4458620">
                <a:tc>
                  <a:txBody>
                    <a:bodyPr/>
                    <a:lstStyle/>
                    <a:p>
                      <a:endParaRPr lang="en-IN" dirty="0"/>
                    </a:p>
                  </a:txBody>
                  <a:tcPr>
                    <a:lnL w="12700" cmpd="sng">
                      <a:solidFill>
                        <a:schemeClr val="tx1"/>
                      </a:solidFill>
                      <a:prstDash val="sysDash"/>
                    </a:lnL>
                    <a:lnR w="12700" cmpd="sng">
                      <a:solidFill>
                        <a:schemeClr val="tx1"/>
                      </a:solidFill>
                      <a:prstDash val="sysDash"/>
                    </a:lnR>
                    <a:lnT w="12700" cmpd="sng">
                      <a:solidFill>
                        <a:schemeClr val="tx1"/>
                      </a:solidFill>
                      <a:prstDash val="sysDash"/>
                    </a:lnT>
                    <a:lnB w="12700" cmpd="sng">
                      <a:solidFill>
                        <a:schemeClr val="tx1"/>
                      </a:solidFill>
                      <a:prstDash val="sysDash"/>
                    </a:lnB>
                  </a:tcPr>
                </a:tc>
                <a:extLst>
                  <a:ext uri="{0D108BD9-81ED-4DB2-BD59-A6C34878D82A}">
                    <a16:rowId xmlns:a16="http://schemas.microsoft.com/office/drawing/2014/main" val="1567039084"/>
                  </a:ext>
                </a:extLst>
              </a:tr>
            </a:tbl>
          </a:graphicData>
        </a:graphic>
      </p:graphicFrame>
    </p:spTree>
    <p:extLst>
      <p:ext uri="{BB962C8B-B14F-4D97-AF65-F5344CB8AC3E}">
        <p14:creationId xmlns:p14="http://schemas.microsoft.com/office/powerpoint/2010/main" val="1347799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4CFAC-C9BF-A776-2897-819A6DB19E7F}"/>
              </a:ext>
            </a:extLst>
          </p:cNvPr>
          <p:cNvSpPr>
            <a:spLocks noGrp="1"/>
          </p:cNvSpPr>
          <p:nvPr>
            <p:ph type="title"/>
          </p:nvPr>
        </p:nvSpPr>
        <p:spPr>
          <a:xfrm>
            <a:off x="579338" y="16933"/>
            <a:ext cx="2370666" cy="535209"/>
          </a:xfrm>
        </p:spPr>
        <p:txBody>
          <a:bodyPr>
            <a:normAutofit/>
          </a:bodyPr>
          <a:lstStyle/>
          <a:p>
            <a:r>
              <a:rPr lang="en-US" sz="2400" dirty="0">
                <a:solidFill>
                  <a:schemeClr val="accent6"/>
                </a:solidFill>
                <a:latin typeface="Constantia" panose="02030602050306030303" pitchFamily="18" charset="0"/>
                <a:sym typeface="Webdings" panose="05030102010509060703" pitchFamily="18" charset="2"/>
              </a:rPr>
              <a:t></a:t>
            </a:r>
            <a:r>
              <a:rPr lang="en-US" sz="2400" dirty="0">
                <a:solidFill>
                  <a:schemeClr val="accent2">
                    <a:lumMod val="75000"/>
                  </a:schemeClr>
                </a:solidFill>
                <a:latin typeface="Constantia" panose="02030602050306030303" pitchFamily="18" charset="0"/>
                <a:sym typeface="Webdings" panose="05030102010509060703" pitchFamily="18" charset="2"/>
              </a:rPr>
              <a:t> </a:t>
            </a:r>
            <a:r>
              <a:rPr lang="en-IN" sz="2400" b="1" dirty="0">
                <a:solidFill>
                  <a:schemeClr val="accent6"/>
                </a:solidFill>
              </a:rPr>
              <a:t>Advantages</a:t>
            </a:r>
            <a:endParaRPr lang="en-IN" sz="2400" b="1" dirty="0">
              <a:solidFill>
                <a:schemeClr val="accent6"/>
              </a:solidFill>
              <a:latin typeface="Century" panose="02040604050505020304" pitchFamily="18" charset="0"/>
            </a:endParaRPr>
          </a:p>
        </p:txBody>
      </p:sp>
      <p:sp>
        <p:nvSpPr>
          <p:cNvPr id="6" name="Content Placeholder 2">
            <a:extLst>
              <a:ext uri="{FF2B5EF4-FFF2-40B4-BE49-F238E27FC236}">
                <a16:creationId xmlns:a16="http://schemas.microsoft.com/office/drawing/2014/main" id="{2E528348-65F6-D8C6-5504-A0CDE07C4660}"/>
              </a:ext>
            </a:extLst>
          </p:cNvPr>
          <p:cNvSpPr txBox="1">
            <a:spLocks/>
          </p:cNvSpPr>
          <p:nvPr/>
        </p:nvSpPr>
        <p:spPr>
          <a:xfrm>
            <a:off x="6569855" y="1625064"/>
            <a:ext cx="2810932" cy="252307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sz="2400" dirty="0"/>
              <a:t>Sometimes real-world comparison may not match digital functions</a:t>
            </a:r>
          </a:p>
          <a:p>
            <a:pPr>
              <a:buFont typeface="Wingdings" panose="05000000000000000000" pitchFamily="2" charset="2"/>
              <a:buChar char="ü"/>
            </a:pPr>
            <a:r>
              <a:rPr lang="en-US" sz="2400" dirty="0"/>
              <a:t>Can restrict new design ideas</a:t>
            </a:r>
          </a:p>
          <a:p>
            <a:pPr>
              <a:buFont typeface="Wingdings" panose="05000000000000000000" pitchFamily="2" charset="2"/>
              <a:buChar char="ü"/>
            </a:pPr>
            <a:r>
              <a:rPr lang="en-US" sz="2400" dirty="0"/>
              <a:t>Too many metaphors may confuse users</a:t>
            </a:r>
          </a:p>
        </p:txBody>
      </p:sp>
      <p:pic>
        <p:nvPicPr>
          <p:cNvPr id="8" name="Picture 2" descr="BU-Brainware University">
            <a:extLst>
              <a:ext uri="{FF2B5EF4-FFF2-40B4-BE49-F238E27FC236}">
                <a16:creationId xmlns:a16="http://schemas.microsoft.com/office/drawing/2014/main" id="{1FEA6770-7B72-CD4B-1AEC-64660BD6BD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3020" y="0"/>
            <a:ext cx="1378980" cy="667787"/>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8">
            <a:extLst>
              <a:ext uri="{FF2B5EF4-FFF2-40B4-BE49-F238E27FC236}">
                <a16:creationId xmlns:a16="http://schemas.microsoft.com/office/drawing/2014/main" id="{4391CA68-12A5-976B-1B79-897AB764FDF8}"/>
              </a:ext>
            </a:extLst>
          </p:cNvPr>
          <p:cNvSpPr>
            <a:spLocks noGrp="1"/>
          </p:cNvSpPr>
          <p:nvPr>
            <p:ph idx="1"/>
          </p:nvPr>
        </p:nvSpPr>
        <p:spPr>
          <a:xfrm>
            <a:off x="271285" y="549203"/>
            <a:ext cx="2810932" cy="2685013"/>
          </a:xfrm>
        </p:spPr>
        <p:txBody>
          <a:bodyPr>
            <a:normAutofit fontScale="62500" lnSpcReduction="20000"/>
          </a:bodyPr>
          <a:lstStyle/>
          <a:p>
            <a:pPr>
              <a:buFont typeface="Wingdings" panose="05000000000000000000" pitchFamily="2" charset="2"/>
              <a:buChar char="ü"/>
            </a:pPr>
            <a:r>
              <a:rPr lang="en-US" sz="3400" dirty="0"/>
              <a:t>Easy for beginners to understand</a:t>
            </a:r>
          </a:p>
          <a:p>
            <a:pPr>
              <a:buFont typeface="Wingdings" panose="05000000000000000000" pitchFamily="2" charset="2"/>
              <a:buChar char="ü"/>
            </a:pPr>
            <a:r>
              <a:rPr lang="en-US" sz="3400" dirty="0"/>
              <a:t>Improves usability</a:t>
            </a:r>
          </a:p>
          <a:p>
            <a:pPr>
              <a:buFont typeface="Wingdings" panose="05000000000000000000" pitchFamily="2" charset="2"/>
              <a:buChar char="ü"/>
            </a:pPr>
            <a:r>
              <a:rPr lang="en-US" sz="3400" dirty="0"/>
              <a:t>Reduces learning time</a:t>
            </a:r>
          </a:p>
          <a:p>
            <a:pPr>
              <a:buFont typeface="Wingdings" panose="05000000000000000000" pitchFamily="2" charset="2"/>
              <a:buChar char="ü"/>
            </a:pPr>
            <a:r>
              <a:rPr lang="en-US" sz="3400" dirty="0"/>
              <a:t>Makes systems more </a:t>
            </a:r>
            <a:r>
              <a:rPr lang="en-US" sz="3400" b="1" dirty="0"/>
              <a:t>user-friendly</a:t>
            </a:r>
            <a:endParaRPr lang="en-US" sz="3400" dirty="0"/>
          </a:p>
          <a:p>
            <a:pPr>
              <a:buFont typeface="Wingdings" panose="05000000000000000000" pitchFamily="2" charset="2"/>
              <a:buChar char="ü"/>
            </a:pPr>
            <a:r>
              <a:rPr lang="en-US" sz="3400" dirty="0"/>
              <a:t>Improves user experience</a:t>
            </a:r>
          </a:p>
          <a:p>
            <a:endParaRPr lang="en-IN" dirty="0"/>
          </a:p>
        </p:txBody>
      </p:sp>
      <p:pic>
        <p:nvPicPr>
          <p:cNvPr id="5122" name="Picture 2" descr="Advantage - Free icons">
            <a:extLst>
              <a:ext uri="{FF2B5EF4-FFF2-40B4-BE49-F238E27FC236}">
                <a16:creationId xmlns:a16="http://schemas.microsoft.com/office/drawing/2014/main" id="{03D732C3-BC2E-7A2A-CB61-0AEA751874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4036" y="227200"/>
            <a:ext cx="2523076" cy="252307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1E3DFD46-EF78-79DB-6C3C-30356BB60CE6}"/>
              </a:ext>
            </a:extLst>
          </p:cNvPr>
          <p:cNvSpPr txBox="1">
            <a:spLocks/>
          </p:cNvSpPr>
          <p:nvPr/>
        </p:nvSpPr>
        <p:spPr>
          <a:xfrm>
            <a:off x="6428036" y="1092013"/>
            <a:ext cx="2370666" cy="535209"/>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accent6"/>
                </a:solidFill>
                <a:latin typeface="Constantia" panose="02030602050306030303" pitchFamily="18" charset="0"/>
                <a:sym typeface="Webdings" panose="05030102010509060703" pitchFamily="18" charset="2"/>
              </a:rPr>
              <a:t></a:t>
            </a:r>
            <a:r>
              <a:rPr lang="en-IN" sz="2800" dirty="0"/>
              <a:t> </a:t>
            </a:r>
            <a:r>
              <a:rPr lang="en-IN" sz="2800" b="1" dirty="0">
                <a:solidFill>
                  <a:schemeClr val="accent6"/>
                </a:solidFill>
              </a:rPr>
              <a:t>Disadvantages</a:t>
            </a:r>
            <a:endParaRPr lang="en-IN" sz="2800" b="1" dirty="0">
              <a:solidFill>
                <a:schemeClr val="accent6"/>
              </a:solidFill>
              <a:latin typeface="Century" panose="02040604050505020304" pitchFamily="18" charset="0"/>
            </a:endParaRPr>
          </a:p>
        </p:txBody>
      </p:sp>
      <p:pic>
        <p:nvPicPr>
          <p:cNvPr id="14" name="Picture 13">
            <a:extLst>
              <a:ext uri="{FF2B5EF4-FFF2-40B4-BE49-F238E27FC236}">
                <a16:creationId xmlns:a16="http://schemas.microsoft.com/office/drawing/2014/main" id="{D33C2F0D-68F5-47E3-C9B9-AD7F68D95878}"/>
              </a:ext>
            </a:extLst>
          </p:cNvPr>
          <p:cNvPicPr>
            <a:picLocks noChangeAspect="1"/>
          </p:cNvPicPr>
          <p:nvPr/>
        </p:nvPicPr>
        <p:blipFill>
          <a:blip r:embed="rId5"/>
          <a:srcRect b="7338"/>
          <a:stretch>
            <a:fillRect/>
          </a:stretch>
        </p:blipFill>
        <p:spPr>
          <a:xfrm>
            <a:off x="9002254" y="801746"/>
            <a:ext cx="2850728" cy="282441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5" name="Title 1">
            <a:extLst>
              <a:ext uri="{FF2B5EF4-FFF2-40B4-BE49-F238E27FC236}">
                <a16:creationId xmlns:a16="http://schemas.microsoft.com/office/drawing/2014/main" id="{5BA7276F-113B-EE05-9FF9-E9518804CED2}"/>
              </a:ext>
            </a:extLst>
          </p:cNvPr>
          <p:cNvSpPr txBox="1">
            <a:spLocks/>
          </p:cNvSpPr>
          <p:nvPr/>
        </p:nvSpPr>
        <p:spPr>
          <a:xfrm>
            <a:off x="649625" y="3118669"/>
            <a:ext cx="2514651" cy="67648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accent6"/>
                </a:solidFill>
                <a:latin typeface="Constantia" panose="02030602050306030303" pitchFamily="18" charset="0"/>
                <a:sym typeface="Webdings" panose="05030102010509060703" pitchFamily="18" charset="2"/>
              </a:rPr>
              <a:t></a:t>
            </a:r>
            <a:r>
              <a:rPr lang="en-IN" sz="2400" dirty="0"/>
              <a:t> </a:t>
            </a:r>
            <a:r>
              <a:rPr lang="en-IN" sz="2400" b="1" dirty="0">
                <a:solidFill>
                  <a:schemeClr val="accent6"/>
                </a:solidFill>
              </a:rPr>
              <a:t>Real Life Example</a:t>
            </a:r>
            <a:endParaRPr lang="en-IN" sz="2400" b="1" dirty="0">
              <a:solidFill>
                <a:schemeClr val="accent6"/>
              </a:solidFill>
              <a:latin typeface="Century" panose="02040604050505020304" pitchFamily="18" charset="0"/>
            </a:endParaRPr>
          </a:p>
        </p:txBody>
      </p:sp>
      <p:sp>
        <p:nvSpPr>
          <p:cNvPr id="16" name="Content Placeholder 2">
            <a:extLst>
              <a:ext uri="{FF2B5EF4-FFF2-40B4-BE49-F238E27FC236}">
                <a16:creationId xmlns:a16="http://schemas.microsoft.com/office/drawing/2014/main" id="{16B6F486-05BF-CBED-8019-0F0E7789E49C}"/>
              </a:ext>
            </a:extLst>
          </p:cNvPr>
          <p:cNvSpPr txBox="1">
            <a:spLocks/>
          </p:cNvSpPr>
          <p:nvPr/>
        </p:nvSpPr>
        <p:spPr>
          <a:xfrm>
            <a:off x="816405" y="3716041"/>
            <a:ext cx="2810932" cy="252307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sz="2400" dirty="0"/>
              <a:t>When you </a:t>
            </a:r>
            <a:r>
              <a:rPr lang="en-US" sz="2400" b="1" dirty="0"/>
              <a:t>drag a file to Recycle Bin</a:t>
            </a:r>
            <a:r>
              <a:rPr lang="en-US" sz="2400" dirty="0"/>
              <a:t>,</a:t>
            </a:r>
            <a:br>
              <a:rPr lang="en-US" sz="2400" dirty="0"/>
            </a:br>
            <a:r>
              <a:rPr lang="en-US" sz="2400" dirty="0"/>
              <a:t>it works like </a:t>
            </a:r>
            <a:r>
              <a:rPr lang="en-US" sz="2400" b="1" dirty="0"/>
              <a:t>throwing paper into a dustbin</a:t>
            </a:r>
            <a:r>
              <a:rPr lang="en-US" sz="2400" dirty="0"/>
              <a:t>.</a:t>
            </a:r>
          </a:p>
          <a:p>
            <a:pPr>
              <a:buFont typeface="Wingdings" panose="05000000000000000000" pitchFamily="2" charset="2"/>
              <a:buChar char="ü"/>
            </a:pPr>
            <a:r>
              <a:rPr lang="en-US" sz="2400" dirty="0"/>
              <a:t>This makes the action easy to understand for users.</a:t>
            </a:r>
          </a:p>
        </p:txBody>
      </p:sp>
      <p:pic>
        <p:nvPicPr>
          <p:cNvPr id="5127" name="Picture 7" descr="15 Real Life Examples of Mathematics">
            <a:extLst>
              <a:ext uri="{FF2B5EF4-FFF2-40B4-BE49-F238E27FC236}">
                <a16:creationId xmlns:a16="http://schemas.microsoft.com/office/drawing/2014/main" id="{2D555289-65D2-E30B-3869-A1A10889C1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2736" y="4033837"/>
            <a:ext cx="3636771" cy="188748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D3E40924-4833-63F7-F915-3E8F2AB65E6B}"/>
              </a:ext>
            </a:extLst>
          </p:cNvPr>
          <p:cNvSpPr>
            <a:spLocks noChangeArrowheads="1"/>
          </p:cNvSpPr>
          <p:nvPr/>
        </p:nvSpPr>
        <p:spPr bwMode="auto">
          <a:xfrm>
            <a:off x="0" y="6354762"/>
            <a:ext cx="12191999" cy="503238"/>
          </a:xfrm>
          <a:prstGeom prst="rect">
            <a:avLst/>
          </a:prstGeom>
          <a:solidFill>
            <a:srgbClr val="92D05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b="1" dirty="0">
                <a:solidFill>
                  <a:schemeClr val="tx1">
                    <a:lumMod val="95000"/>
                    <a:lumOff val="5000"/>
                  </a:schemeClr>
                </a:solidFill>
              </a:rPr>
              <a:t>@</a:t>
            </a:r>
            <a:r>
              <a:rPr lang="en-IN" b="1" dirty="0"/>
              <a:t>HUMAN COMPUTER INTERACTION</a:t>
            </a:r>
            <a:endParaRPr lang="en-US" b="1" dirty="0">
              <a:solidFill>
                <a:schemeClr val="tx1">
                  <a:lumMod val="95000"/>
                  <a:lumOff val="5000"/>
                </a:schemeClr>
              </a:solidFill>
              <a:latin typeface="+mn-lt"/>
              <a:ea typeface="+mn-ea"/>
            </a:endParaRPr>
          </a:p>
        </p:txBody>
      </p:sp>
    </p:spTree>
    <p:extLst>
      <p:ext uri="{BB962C8B-B14F-4D97-AF65-F5344CB8AC3E}">
        <p14:creationId xmlns:p14="http://schemas.microsoft.com/office/powerpoint/2010/main" val="3658731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2D3B50B-7588-DD2C-22EA-1F17CFA631C9}"/>
              </a:ext>
            </a:extLst>
          </p:cNvPr>
          <p:cNvSpPr>
            <a:spLocks noGrp="1"/>
          </p:cNvSpPr>
          <p:nvPr>
            <p:ph idx="1"/>
          </p:nvPr>
        </p:nvSpPr>
        <p:spPr>
          <a:xfrm>
            <a:off x="986910" y="2460625"/>
            <a:ext cx="10515600" cy="3237441"/>
          </a:xfrm>
        </p:spPr>
        <p:txBody>
          <a:bodyPr>
            <a:normAutofit/>
          </a:bodyPr>
          <a:lstStyle/>
          <a:p>
            <a:pPr marL="0" indent="0">
              <a:buNone/>
            </a:pPr>
            <a:r>
              <a:rPr lang="en-US" sz="3200" dirty="0">
                <a:latin typeface="Agency FB" panose="020B0503020202020204" pitchFamily="34" charset="0"/>
              </a:rPr>
              <a:t>Interface metaphors help users understand computer systems by connecting digital functions with familiar real-world objects. They make software easier to learn and allow users to interact with applications more naturally. Examples such as desktop, folders, and recycle bin simplify complex computer operations. Because of this, interface metaphors improve usability and overall user experience in modern interface design</a:t>
            </a:r>
            <a:r>
              <a:rPr lang="en-US" sz="3200" dirty="0"/>
              <a:t>.</a:t>
            </a:r>
            <a:endParaRPr lang="en-IN" sz="3200" dirty="0"/>
          </a:p>
        </p:txBody>
      </p:sp>
      <p:pic>
        <p:nvPicPr>
          <p:cNvPr id="14" name="Picture 2" descr="BU-Brainware University">
            <a:extLst>
              <a:ext uri="{FF2B5EF4-FFF2-40B4-BE49-F238E27FC236}">
                <a16:creationId xmlns:a16="http://schemas.microsoft.com/office/drawing/2014/main" id="{735C4D89-C679-3ECA-5955-604714476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3020" y="0"/>
            <a:ext cx="1378980" cy="66778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6769B10-ABA7-DD7D-44C7-74E8902F99D0}"/>
              </a:ext>
            </a:extLst>
          </p:cNvPr>
          <p:cNvPicPr>
            <a:picLocks noChangeAspect="1"/>
          </p:cNvPicPr>
          <p:nvPr/>
        </p:nvPicPr>
        <p:blipFill>
          <a:blip r:embed="rId3"/>
          <a:srcRect t="18519" b="54691"/>
          <a:stretch>
            <a:fillRect/>
          </a:stretch>
        </p:blipFill>
        <p:spPr>
          <a:xfrm>
            <a:off x="3344333" y="333893"/>
            <a:ext cx="4572000" cy="1837267"/>
          </a:xfrm>
          <a:prstGeom prst="rect">
            <a:avLst/>
          </a:prstGeom>
        </p:spPr>
      </p:pic>
      <p:graphicFrame>
        <p:nvGraphicFramePr>
          <p:cNvPr id="4" name="Table 3">
            <a:extLst>
              <a:ext uri="{FF2B5EF4-FFF2-40B4-BE49-F238E27FC236}">
                <a16:creationId xmlns:a16="http://schemas.microsoft.com/office/drawing/2014/main" id="{AD09C011-41A7-23D5-299E-9F6A30B5E3F7}"/>
              </a:ext>
            </a:extLst>
          </p:cNvPr>
          <p:cNvGraphicFramePr>
            <a:graphicFrameLocks noGrp="1"/>
          </p:cNvGraphicFramePr>
          <p:nvPr>
            <p:extLst>
              <p:ext uri="{D42A27DB-BD31-4B8C-83A1-F6EECF244321}">
                <p14:modId xmlns:p14="http://schemas.microsoft.com/office/powerpoint/2010/main" val="2358215673"/>
              </p:ext>
            </p:extLst>
          </p:nvPr>
        </p:nvGraphicFramePr>
        <p:xfrm>
          <a:off x="689490" y="2362200"/>
          <a:ext cx="10862733" cy="3335866"/>
        </p:xfrm>
        <a:graphic>
          <a:graphicData uri="http://schemas.openxmlformats.org/drawingml/2006/table">
            <a:tbl>
              <a:tblPr/>
              <a:tblGrid>
                <a:gridCol w="10862733">
                  <a:extLst>
                    <a:ext uri="{9D8B030D-6E8A-4147-A177-3AD203B41FA5}">
                      <a16:colId xmlns:a16="http://schemas.microsoft.com/office/drawing/2014/main" val="4141923649"/>
                    </a:ext>
                  </a:extLst>
                </a:gridCol>
              </a:tblGrid>
              <a:tr h="3335866">
                <a:tc>
                  <a:txBody>
                    <a:bodyPr/>
                    <a:lstStyle/>
                    <a:p>
                      <a:endParaRPr lang="en-IN" dirty="0"/>
                    </a:p>
                  </a:txBody>
                  <a:tcPr>
                    <a:lnL w="12700" cmpd="sng">
                      <a:solidFill>
                        <a:schemeClr val="tx1"/>
                      </a:solidFill>
                      <a:prstDash val="sysDash"/>
                    </a:lnL>
                    <a:lnR w="12700" cmpd="sng">
                      <a:solidFill>
                        <a:schemeClr val="tx1"/>
                      </a:solidFill>
                      <a:prstDash val="sysDash"/>
                    </a:lnR>
                    <a:lnT w="12700" cmpd="sng">
                      <a:solidFill>
                        <a:schemeClr val="tx1"/>
                      </a:solidFill>
                      <a:prstDash val="sysDash"/>
                    </a:lnT>
                    <a:lnB w="12700" cmpd="sng">
                      <a:solidFill>
                        <a:schemeClr val="tx1"/>
                      </a:solidFill>
                      <a:prstDash val="sysDash"/>
                    </a:lnB>
                  </a:tcPr>
                </a:tc>
                <a:extLst>
                  <a:ext uri="{0D108BD9-81ED-4DB2-BD59-A6C34878D82A}">
                    <a16:rowId xmlns:a16="http://schemas.microsoft.com/office/drawing/2014/main" val="3260652650"/>
                  </a:ext>
                </a:extLst>
              </a:tr>
            </a:tbl>
          </a:graphicData>
        </a:graphic>
      </p:graphicFrame>
      <p:sp>
        <p:nvSpPr>
          <p:cNvPr id="5" name="Rectangle 4">
            <a:extLst>
              <a:ext uri="{FF2B5EF4-FFF2-40B4-BE49-F238E27FC236}">
                <a16:creationId xmlns:a16="http://schemas.microsoft.com/office/drawing/2014/main" id="{92AB5788-2CC7-9071-41DE-0AA4B65ECC05}"/>
              </a:ext>
            </a:extLst>
          </p:cNvPr>
          <p:cNvSpPr>
            <a:spLocks noChangeArrowheads="1"/>
          </p:cNvSpPr>
          <p:nvPr/>
        </p:nvSpPr>
        <p:spPr bwMode="auto">
          <a:xfrm>
            <a:off x="0" y="6354762"/>
            <a:ext cx="12191999" cy="503238"/>
          </a:xfrm>
          <a:prstGeom prst="rect">
            <a:avLst/>
          </a:prstGeom>
          <a:solidFill>
            <a:srgbClr val="92D05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b="1" dirty="0">
                <a:solidFill>
                  <a:schemeClr val="tx1">
                    <a:lumMod val="95000"/>
                    <a:lumOff val="5000"/>
                  </a:schemeClr>
                </a:solidFill>
              </a:rPr>
              <a:t>@</a:t>
            </a:r>
            <a:r>
              <a:rPr lang="en-IN" b="1" dirty="0"/>
              <a:t>HUMAN COMPUTER INTERACTION</a:t>
            </a:r>
            <a:endParaRPr lang="en-US" b="1" dirty="0">
              <a:solidFill>
                <a:schemeClr val="tx1">
                  <a:lumMod val="95000"/>
                  <a:lumOff val="5000"/>
                </a:schemeClr>
              </a:solidFill>
              <a:latin typeface="+mn-lt"/>
              <a:ea typeface="+mn-ea"/>
            </a:endParaRPr>
          </a:p>
        </p:txBody>
      </p:sp>
    </p:spTree>
    <p:extLst>
      <p:ext uri="{BB962C8B-B14F-4D97-AF65-F5344CB8AC3E}">
        <p14:creationId xmlns:p14="http://schemas.microsoft.com/office/powerpoint/2010/main" val="2103740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D17EE9-B7A9-1E9D-1197-D925F85630C3}"/>
              </a:ext>
            </a:extLst>
          </p:cNvPr>
          <p:cNvPicPr>
            <a:picLocks noChangeAspect="1"/>
          </p:cNvPicPr>
          <p:nvPr/>
        </p:nvPicPr>
        <p:blipFill>
          <a:blip r:embed="rId2"/>
          <a:stretch>
            <a:fillRect/>
          </a:stretch>
        </p:blipFill>
        <p:spPr>
          <a:xfrm>
            <a:off x="0" y="0"/>
            <a:ext cx="12192000" cy="6858000"/>
          </a:xfrm>
          <a:prstGeom prst="rect">
            <a:avLst/>
          </a:prstGeom>
        </p:spPr>
      </p:pic>
      <p:pic>
        <p:nvPicPr>
          <p:cNvPr id="6" name="Picture 2" descr="BU-Brainware University">
            <a:extLst>
              <a:ext uri="{FF2B5EF4-FFF2-40B4-BE49-F238E27FC236}">
                <a16:creationId xmlns:a16="http://schemas.microsoft.com/office/drawing/2014/main" id="{931F2AA1-80AD-31B2-C51C-EAF77F61A6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87" y="0"/>
            <a:ext cx="2517648" cy="12192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67A4C2E-C859-295C-87F2-009F640BAB19}"/>
              </a:ext>
            </a:extLst>
          </p:cNvPr>
          <p:cNvSpPr>
            <a:spLocks noChangeArrowheads="1"/>
          </p:cNvSpPr>
          <p:nvPr/>
        </p:nvSpPr>
        <p:spPr bwMode="auto">
          <a:xfrm>
            <a:off x="0" y="6354762"/>
            <a:ext cx="12191999" cy="503238"/>
          </a:xfrm>
          <a:prstGeom prst="rect">
            <a:avLst/>
          </a:prstGeom>
          <a:solidFill>
            <a:srgbClr val="92D05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r>
              <a:rPr lang="en-US" b="1" dirty="0">
                <a:solidFill>
                  <a:schemeClr val="tx1">
                    <a:lumMod val="95000"/>
                    <a:lumOff val="5000"/>
                  </a:schemeClr>
                </a:solidFill>
              </a:rPr>
              <a:t>@</a:t>
            </a:r>
            <a:r>
              <a:rPr lang="en-IN" b="1" dirty="0"/>
              <a:t>HUMAN COMPUTER INTERACTION</a:t>
            </a:r>
            <a:endParaRPr lang="en-US" b="1" dirty="0">
              <a:solidFill>
                <a:schemeClr val="tx1">
                  <a:lumMod val="95000"/>
                  <a:lumOff val="5000"/>
                </a:schemeClr>
              </a:solidFill>
              <a:latin typeface="+mn-lt"/>
              <a:ea typeface="+mn-ea"/>
            </a:endParaRPr>
          </a:p>
        </p:txBody>
      </p:sp>
    </p:spTree>
    <p:extLst>
      <p:ext uri="{BB962C8B-B14F-4D97-AF65-F5344CB8AC3E}">
        <p14:creationId xmlns:p14="http://schemas.microsoft.com/office/powerpoint/2010/main" val="535830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839</TotalTime>
  <Words>569</Words>
  <Application>Microsoft Office PowerPoint</Application>
  <PresentationFormat>Widescreen</PresentationFormat>
  <Paragraphs>71</Paragraphs>
  <Slides>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Agency FB</vt:lpstr>
      <vt:lpstr>Algerian</vt:lpstr>
      <vt:lpstr>Arial</vt:lpstr>
      <vt:lpstr>Calibri</vt:lpstr>
      <vt:lpstr>Calibri Light</vt:lpstr>
      <vt:lpstr>Centaur</vt:lpstr>
      <vt:lpstr>Century</vt:lpstr>
      <vt:lpstr>Constantia</vt:lpstr>
      <vt:lpstr>Wingdings</vt:lpstr>
      <vt:lpstr>Office Theme</vt:lpstr>
      <vt:lpstr>PowerPoint Presentation</vt:lpstr>
      <vt:lpstr>Interface Metaphors</vt:lpstr>
      <vt:lpstr>Introduction</vt:lpstr>
      <vt:lpstr>Examples of Interface Metaphors</vt:lpstr>
      <vt:lpstr>Types of Interface Metaphors</vt:lpstr>
      <vt:lpstr> Advantages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SHYAMSUNDAR PAL</dc:creator>
  <cp:lastModifiedBy>SHYAMSUNDAR PAL</cp:lastModifiedBy>
  <cp:revision>1</cp:revision>
  <dcterms:created xsi:type="dcterms:W3CDTF">2026-03-03T08:28:48Z</dcterms:created>
  <dcterms:modified xsi:type="dcterms:W3CDTF">2026-03-10T17:42:08Z</dcterms:modified>
</cp:coreProperties>
</file>